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00"/>
  </p:normalViewPr>
  <p:slideViewPr>
    <p:cSldViewPr snapToGrid="0" snapToObjects="1">
      <p:cViewPr>
        <p:scale>
          <a:sx n="106" d="100"/>
          <a:sy n="106" d="100"/>
        </p:scale>
        <p:origin x="1824" y="5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8F542D0-E940-4059-90B8-2D7EA3FD5EF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764EB34F-C653-4D37-9593-FF7471133ABB}">
      <dgm:prSet/>
      <dgm:spPr/>
      <dgm:t>
        <a:bodyPr/>
        <a:lstStyle/>
        <a:p>
          <a:r>
            <a:rPr lang="en-US"/>
            <a:t>Detect and label false vessel meetings in the Red Sea region caused by GPS jamming or spoofing events.</a:t>
          </a:r>
        </a:p>
      </dgm:t>
    </dgm:pt>
    <dgm:pt modelId="{3666F815-D2A0-4238-96DE-05D752B7F83E}" type="parTrans" cxnId="{2EADC0DE-9E9E-48B5-9A0D-793C3FCF46FC}">
      <dgm:prSet/>
      <dgm:spPr/>
      <dgm:t>
        <a:bodyPr/>
        <a:lstStyle/>
        <a:p>
          <a:endParaRPr lang="en-US"/>
        </a:p>
      </dgm:t>
    </dgm:pt>
    <dgm:pt modelId="{D9B4A515-F549-4B9C-90C8-6D330C6C5F24}" type="sibTrans" cxnId="{2EADC0DE-9E9E-48B5-9A0D-793C3FCF46FC}">
      <dgm:prSet/>
      <dgm:spPr/>
      <dgm:t>
        <a:bodyPr/>
        <a:lstStyle/>
        <a:p>
          <a:endParaRPr lang="en-US"/>
        </a:p>
      </dgm:t>
    </dgm:pt>
    <dgm:pt modelId="{8C50D923-AEC1-4D29-B5F7-65E66366262E}">
      <dgm:prSet/>
      <dgm:spPr/>
      <dgm:t>
        <a:bodyPr/>
        <a:lstStyle/>
        <a:p>
          <a:r>
            <a:rPr lang="en-US"/>
            <a:t>Goals:</a:t>
          </a:r>
        </a:p>
      </dgm:t>
    </dgm:pt>
    <dgm:pt modelId="{1D9C456B-74EB-4D2D-A5E8-9A14E4258DDC}" type="parTrans" cxnId="{3D93600C-94A9-499D-8B08-9CFB037DCECA}">
      <dgm:prSet/>
      <dgm:spPr/>
      <dgm:t>
        <a:bodyPr/>
        <a:lstStyle/>
        <a:p>
          <a:endParaRPr lang="en-US"/>
        </a:p>
      </dgm:t>
    </dgm:pt>
    <dgm:pt modelId="{D2F3CF16-DDDD-4074-9C3C-B1A8B7CABE09}" type="sibTrans" cxnId="{3D93600C-94A9-499D-8B08-9CFB037DCECA}">
      <dgm:prSet/>
      <dgm:spPr/>
      <dgm:t>
        <a:bodyPr/>
        <a:lstStyle/>
        <a:p>
          <a:endParaRPr lang="en-US"/>
        </a:p>
      </dgm:t>
    </dgm:pt>
    <dgm:pt modelId="{CD43B9C8-6BF6-4C61-B430-8BE6D6403F03}">
      <dgm:prSet/>
      <dgm:spPr/>
      <dgm:t>
        <a:bodyPr/>
        <a:lstStyle/>
        <a:p>
          <a:r>
            <a:rPr lang="en-US"/>
            <a:t>Identify suspicious GPS-based vessel meetings</a:t>
          </a:r>
        </a:p>
      </dgm:t>
    </dgm:pt>
    <dgm:pt modelId="{D694B5B4-B043-46BD-8444-2B073D2179F2}" type="parTrans" cxnId="{7DE1AA08-5D8F-4E63-8057-67A26EA10481}">
      <dgm:prSet/>
      <dgm:spPr/>
      <dgm:t>
        <a:bodyPr/>
        <a:lstStyle/>
        <a:p>
          <a:endParaRPr lang="en-US"/>
        </a:p>
      </dgm:t>
    </dgm:pt>
    <dgm:pt modelId="{2C541132-4D2B-46C5-94BC-99CDE246BFCD}" type="sibTrans" cxnId="{7DE1AA08-5D8F-4E63-8057-67A26EA10481}">
      <dgm:prSet/>
      <dgm:spPr/>
      <dgm:t>
        <a:bodyPr/>
        <a:lstStyle/>
        <a:p>
          <a:endParaRPr lang="en-US"/>
        </a:p>
      </dgm:t>
    </dgm:pt>
    <dgm:pt modelId="{E1095DA4-DDDA-4FC8-96F2-8D3032E9AAD1}">
      <dgm:prSet/>
      <dgm:spPr/>
      <dgm:t>
        <a:bodyPr/>
        <a:lstStyle/>
        <a:p>
          <a:r>
            <a:rPr lang="en-US"/>
            <a:t>Apply explainable rule-based classification</a:t>
          </a:r>
        </a:p>
      </dgm:t>
    </dgm:pt>
    <dgm:pt modelId="{F1D2DD4C-1090-438C-A5F5-70AEC2795766}" type="parTrans" cxnId="{65A0400F-C8C0-4FE8-846E-34D26345A685}">
      <dgm:prSet/>
      <dgm:spPr/>
      <dgm:t>
        <a:bodyPr/>
        <a:lstStyle/>
        <a:p>
          <a:endParaRPr lang="en-US"/>
        </a:p>
      </dgm:t>
    </dgm:pt>
    <dgm:pt modelId="{2EE4743F-4874-496A-8B60-EBE8E8F9D62B}" type="sibTrans" cxnId="{65A0400F-C8C0-4FE8-846E-34D26345A685}">
      <dgm:prSet/>
      <dgm:spPr/>
      <dgm:t>
        <a:bodyPr/>
        <a:lstStyle/>
        <a:p>
          <a:endParaRPr lang="en-US"/>
        </a:p>
      </dgm:t>
    </dgm:pt>
    <dgm:pt modelId="{94335441-B1FA-4A8C-8550-DB2DE230DA7A}">
      <dgm:prSet/>
      <dgm:spPr/>
      <dgm:t>
        <a:bodyPr/>
        <a:lstStyle/>
        <a:p>
          <a:r>
            <a:rPr lang="en-US"/>
            <a:t>Generate summary insights and recommendations</a:t>
          </a:r>
        </a:p>
      </dgm:t>
    </dgm:pt>
    <dgm:pt modelId="{2043ACB1-A425-487F-86E6-BF467AFABEB9}" type="parTrans" cxnId="{C133F493-C1F9-4855-AED5-46DF610A4201}">
      <dgm:prSet/>
      <dgm:spPr/>
      <dgm:t>
        <a:bodyPr/>
        <a:lstStyle/>
        <a:p>
          <a:endParaRPr lang="en-US"/>
        </a:p>
      </dgm:t>
    </dgm:pt>
    <dgm:pt modelId="{E79D93F1-2DE8-4563-AF53-1F1452F1FB33}" type="sibTrans" cxnId="{C133F493-C1F9-4855-AED5-46DF610A4201}">
      <dgm:prSet/>
      <dgm:spPr/>
      <dgm:t>
        <a:bodyPr/>
        <a:lstStyle/>
        <a:p>
          <a:endParaRPr lang="en-US"/>
        </a:p>
      </dgm:t>
    </dgm:pt>
    <dgm:pt modelId="{E360C0AC-1B61-4E00-84DB-8396847530F0}" type="pres">
      <dgm:prSet presAssocID="{78F542D0-E940-4059-90B8-2D7EA3FD5EF0}" presName="root" presStyleCnt="0">
        <dgm:presLayoutVars>
          <dgm:dir/>
          <dgm:resizeHandles val="exact"/>
        </dgm:presLayoutVars>
      </dgm:prSet>
      <dgm:spPr/>
    </dgm:pt>
    <dgm:pt modelId="{00A413E9-97F0-4ECF-857A-9521A8DB71D7}" type="pres">
      <dgm:prSet presAssocID="{764EB34F-C653-4D37-9593-FF7471133ABB}" presName="compNode" presStyleCnt="0"/>
      <dgm:spPr/>
    </dgm:pt>
    <dgm:pt modelId="{DBA2ABFA-2286-4856-8CCB-C94B4BED5D54}" type="pres">
      <dgm:prSet presAssocID="{764EB34F-C653-4D37-9593-FF7471133ABB}" presName="bgRect" presStyleLbl="bgShp" presStyleIdx="0" presStyleCnt="5"/>
      <dgm:spPr/>
    </dgm:pt>
    <dgm:pt modelId="{F518161F-6870-4DAD-8D30-D23B4B383A8B}" type="pres">
      <dgm:prSet presAssocID="{764EB34F-C653-4D37-9593-FF7471133ABB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B2173510-B32D-4C53-9C15-B129F06BA9EA}" type="pres">
      <dgm:prSet presAssocID="{764EB34F-C653-4D37-9593-FF7471133ABB}" presName="spaceRect" presStyleCnt="0"/>
      <dgm:spPr/>
    </dgm:pt>
    <dgm:pt modelId="{8E09BAA9-BA64-4D27-9065-084B0B6C2712}" type="pres">
      <dgm:prSet presAssocID="{764EB34F-C653-4D37-9593-FF7471133ABB}" presName="parTx" presStyleLbl="revTx" presStyleIdx="0" presStyleCnt="5">
        <dgm:presLayoutVars>
          <dgm:chMax val="0"/>
          <dgm:chPref val="0"/>
        </dgm:presLayoutVars>
      </dgm:prSet>
      <dgm:spPr/>
    </dgm:pt>
    <dgm:pt modelId="{06441B55-587A-4B81-8C87-4CC6D97A1455}" type="pres">
      <dgm:prSet presAssocID="{D9B4A515-F549-4B9C-90C8-6D330C6C5F24}" presName="sibTrans" presStyleCnt="0"/>
      <dgm:spPr/>
    </dgm:pt>
    <dgm:pt modelId="{9BBFC6F5-F8CA-4AC7-AEDF-7CB93952996E}" type="pres">
      <dgm:prSet presAssocID="{8C50D923-AEC1-4D29-B5F7-65E66366262E}" presName="compNode" presStyleCnt="0"/>
      <dgm:spPr/>
    </dgm:pt>
    <dgm:pt modelId="{BEFE0AC8-AA26-4E49-A21B-AB45DC4B2D88}" type="pres">
      <dgm:prSet presAssocID="{8C50D923-AEC1-4D29-B5F7-65E66366262E}" presName="bgRect" presStyleLbl="bgShp" presStyleIdx="1" presStyleCnt="5"/>
      <dgm:spPr/>
    </dgm:pt>
    <dgm:pt modelId="{596F57B1-A0C1-4A7E-86F8-D148726CCAA5}" type="pres">
      <dgm:prSet presAssocID="{8C50D923-AEC1-4D29-B5F7-65E66366262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F7321523-7717-4DEC-B2D1-8BB76B9EFFB3}" type="pres">
      <dgm:prSet presAssocID="{8C50D923-AEC1-4D29-B5F7-65E66366262E}" presName="spaceRect" presStyleCnt="0"/>
      <dgm:spPr/>
    </dgm:pt>
    <dgm:pt modelId="{93673396-C0E6-4F01-8710-D46BCB56CAA7}" type="pres">
      <dgm:prSet presAssocID="{8C50D923-AEC1-4D29-B5F7-65E66366262E}" presName="parTx" presStyleLbl="revTx" presStyleIdx="1" presStyleCnt="5">
        <dgm:presLayoutVars>
          <dgm:chMax val="0"/>
          <dgm:chPref val="0"/>
        </dgm:presLayoutVars>
      </dgm:prSet>
      <dgm:spPr/>
    </dgm:pt>
    <dgm:pt modelId="{4A350C78-0C30-4FEE-8F97-BE36FAF7EA08}" type="pres">
      <dgm:prSet presAssocID="{D2F3CF16-DDDD-4074-9C3C-B1A8B7CABE09}" presName="sibTrans" presStyleCnt="0"/>
      <dgm:spPr/>
    </dgm:pt>
    <dgm:pt modelId="{9A5386DC-4C43-41A9-B66A-CDABF23E61B8}" type="pres">
      <dgm:prSet presAssocID="{CD43B9C8-6BF6-4C61-B430-8BE6D6403F03}" presName="compNode" presStyleCnt="0"/>
      <dgm:spPr/>
    </dgm:pt>
    <dgm:pt modelId="{5AB4BFBE-9765-41E8-BF6F-17F26A8E6C77}" type="pres">
      <dgm:prSet presAssocID="{CD43B9C8-6BF6-4C61-B430-8BE6D6403F03}" presName="bgRect" presStyleLbl="bgShp" presStyleIdx="2" presStyleCnt="5"/>
      <dgm:spPr/>
    </dgm:pt>
    <dgm:pt modelId="{8BEAF246-8EFC-4FB7-9067-967597DA8EAD}" type="pres">
      <dgm:prSet presAssocID="{CD43B9C8-6BF6-4C61-B430-8BE6D6403F0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tellite"/>
        </a:ext>
      </dgm:extLst>
    </dgm:pt>
    <dgm:pt modelId="{592B44C7-B518-4F4E-ABC8-FE13E4E92C33}" type="pres">
      <dgm:prSet presAssocID="{CD43B9C8-6BF6-4C61-B430-8BE6D6403F03}" presName="spaceRect" presStyleCnt="0"/>
      <dgm:spPr/>
    </dgm:pt>
    <dgm:pt modelId="{72F501DB-A420-42FE-9BB0-7E0771F7C9AA}" type="pres">
      <dgm:prSet presAssocID="{CD43B9C8-6BF6-4C61-B430-8BE6D6403F03}" presName="parTx" presStyleLbl="revTx" presStyleIdx="2" presStyleCnt="5">
        <dgm:presLayoutVars>
          <dgm:chMax val="0"/>
          <dgm:chPref val="0"/>
        </dgm:presLayoutVars>
      </dgm:prSet>
      <dgm:spPr/>
    </dgm:pt>
    <dgm:pt modelId="{6523DB0C-3185-41B9-9356-455A7F2A4066}" type="pres">
      <dgm:prSet presAssocID="{2C541132-4D2B-46C5-94BC-99CDE246BFCD}" presName="sibTrans" presStyleCnt="0"/>
      <dgm:spPr/>
    </dgm:pt>
    <dgm:pt modelId="{E8F11276-4F5A-44ED-AD84-73B1A46B11A3}" type="pres">
      <dgm:prSet presAssocID="{E1095DA4-DDDA-4FC8-96F2-8D3032E9AAD1}" presName="compNode" presStyleCnt="0"/>
      <dgm:spPr/>
    </dgm:pt>
    <dgm:pt modelId="{3F0188DF-842C-47BA-87F3-A9B1B97B330D}" type="pres">
      <dgm:prSet presAssocID="{E1095DA4-DDDA-4FC8-96F2-8D3032E9AAD1}" presName="bgRect" presStyleLbl="bgShp" presStyleIdx="3" presStyleCnt="5"/>
      <dgm:spPr/>
    </dgm:pt>
    <dgm:pt modelId="{1319EC74-BC9E-41A2-A8C0-9E43CD400D72}" type="pres">
      <dgm:prSet presAssocID="{E1095DA4-DDDA-4FC8-96F2-8D3032E9AAD1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DF3B5435-6D3B-49A3-81B8-7DDA8561E6D2}" type="pres">
      <dgm:prSet presAssocID="{E1095DA4-DDDA-4FC8-96F2-8D3032E9AAD1}" presName="spaceRect" presStyleCnt="0"/>
      <dgm:spPr/>
    </dgm:pt>
    <dgm:pt modelId="{9CDAC918-F62D-444E-9DFA-8EFB9CBC55A9}" type="pres">
      <dgm:prSet presAssocID="{E1095DA4-DDDA-4FC8-96F2-8D3032E9AAD1}" presName="parTx" presStyleLbl="revTx" presStyleIdx="3" presStyleCnt="5">
        <dgm:presLayoutVars>
          <dgm:chMax val="0"/>
          <dgm:chPref val="0"/>
        </dgm:presLayoutVars>
      </dgm:prSet>
      <dgm:spPr/>
    </dgm:pt>
    <dgm:pt modelId="{28AA90CF-5E34-4AAE-8E60-E9F8D851567B}" type="pres">
      <dgm:prSet presAssocID="{2EE4743F-4874-496A-8B60-EBE8E8F9D62B}" presName="sibTrans" presStyleCnt="0"/>
      <dgm:spPr/>
    </dgm:pt>
    <dgm:pt modelId="{64A37E11-3F8C-4FA0-B151-DAF489060FA9}" type="pres">
      <dgm:prSet presAssocID="{94335441-B1FA-4A8C-8550-DB2DE230DA7A}" presName="compNode" presStyleCnt="0"/>
      <dgm:spPr/>
    </dgm:pt>
    <dgm:pt modelId="{57D6AC09-2130-4E2B-9E09-3D72EB139DF4}" type="pres">
      <dgm:prSet presAssocID="{94335441-B1FA-4A8C-8550-DB2DE230DA7A}" presName="bgRect" presStyleLbl="bgShp" presStyleIdx="4" presStyleCnt="5"/>
      <dgm:spPr/>
    </dgm:pt>
    <dgm:pt modelId="{9A40CE8F-359E-48C3-8F6E-659CD2A271DA}" type="pres">
      <dgm:prSet presAssocID="{94335441-B1FA-4A8C-8550-DB2DE230DA7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B79C264F-665E-4D1C-9EFF-077FE2453C3C}" type="pres">
      <dgm:prSet presAssocID="{94335441-B1FA-4A8C-8550-DB2DE230DA7A}" presName="spaceRect" presStyleCnt="0"/>
      <dgm:spPr/>
    </dgm:pt>
    <dgm:pt modelId="{5C7650D1-7650-47A7-BBA3-4F1176537A7F}" type="pres">
      <dgm:prSet presAssocID="{94335441-B1FA-4A8C-8550-DB2DE230DA7A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7DE1AA08-5D8F-4E63-8057-67A26EA10481}" srcId="{78F542D0-E940-4059-90B8-2D7EA3FD5EF0}" destId="{CD43B9C8-6BF6-4C61-B430-8BE6D6403F03}" srcOrd="2" destOrd="0" parTransId="{D694B5B4-B043-46BD-8444-2B073D2179F2}" sibTransId="{2C541132-4D2B-46C5-94BC-99CDE246BFCD}"/>
    <dgm:cxn modelId="{3D93600C-94A9-499D-8B08-9CFB037DCECA}" srcId="{78F542D0-E940-4059-90B8-2D7EA3FD5EF0}" destId="{8C50D923-AEC1-4D29-B5F7-65E66366262E}" srcOrd="1" destOrd="0" parTransId="{1D9C456B-74EB-4D2D-A5E8-9A14E4258DDC}" sibTransId="{D2F3CF16-DDDD-4074-9C3C-B1A8B7CABE09}"/>
    <dgm:cxn modelId="{65A0400F-C8C0-4FE8-846E-34D26345A685}" srcId="{78F542D0-E940-4059-90B8-2D7EA3FD5EF0}" destId="{E1095DA4-DDDA-4FC8-96F2-8D3032E9AAD1}" srcOrd="3" destOrd="0" parTransId="{F1D2DD4C-1090-438C-A5F5-70AEC2795766}" sibTransId="{2EE4743F-4874-496A-8B60-EBE8E8F9D62B}"/>
    <dgm:cxn modelId="{6FC8781F-7AB1-483B-8109-73A2FDFCE3DF}" type="presOf" srcId="{78F542D0-E940-4059-90B8-2D7EA3FD5EF0}" destId="{E360C0AC-1B61-4E00-84DB-8396847530F0}" srcOrd="0" destOrd="0" presId="urn:microsoft.com/office/officeart/2018/2/layout/IconVerticalSolidList"/>
    <dgm:cxn modelId="{5A3ACE29-4C5C-4A80-9F02-7CBF92D0E2A6}" type="presOf" srcId="{CD43B9C8-6BF6-4C61-B430-8BE6D6403F03}" destId="{72F501DB-A420-42FE-9BB0-7E0771F7C9AA}" srcOrd="0" destOrd="0" presId="urn:microsoft.com/office/officeart/2018/2/layout/IconVerticalSolidList"/>
    <dgm:cxn modelId="{0D392C33-22EE-4245-B977-A844E3767EA1}" type="presOf" srcId="{E1095DA4-DDDA-4FC8-96F2-8D3032E9AAD1}" destId="{9CDAC918-F62D-444E-9DFA-8EFB9CBC55A9}" srcOrd="0" destOrd="0" presId="urn:microsoft.com/office/officeart/2018/2/layout/IconVerticalSolidList"/>
    <dgm:cxn modelId="{0FFF9249-704F-4C40-B8C5-D36379E94E57}" type="presOf" srcId="{94335441-B1FA-4A8C-8550-DB2DE230DA7A}" destId="{5C7650D1-7650-47A7-BBA3-4F1176537A7F}" srcOrd="0" destOrd="0" presId="urn:microsoft.com/office/officeart/2018/2/layout/IconVerticalSolidList"/>
    <dgm:cxn modelId="{C133F493-C1F9-4855-AED5-46DF610A4201}" srcId="{78F542D0-E940-4059-90B8-2D7EA3FD5EF0}" destId="{94335441-B1FA-4A8C-8550-DB2DE230DA7A}" srcOrd="4" destOrd="0" parTransId="{2043ACB1-A425-487F-86E6-BF467AFABEB9}" sibTransId="{E79D93F1-2DE8-4563-AF53-1F1452F1FB33}"/>
    <dgm:cxn modelId="{9C7863C6-5E64-44CD-8CEB-555B490AE3A1}" type="presOf" srcId="{764EB34F-C653-4D37-9593-FF7471133ABB}" destId="{8E09BAA9-BA64-4D27-9065-084B0B6C2712}" srcOrd="0" destOrd="0" presId="urn:microsoft.com/office/officeart/2018/2/layout/IconVerticalSolidList"/>
    <dgm:cxn modelId="{68ACABD1-8CC4-4071-8FE4-AFBA7637BD4E}" type="presOf" srcId="{8C50D923-AEC1-4D29-B5F7-65E66366262E}" destId="{93673396-C0E6-4F01-8710-D46BCB56CAA7}" srcOrd="0" destOrd="0" presId="urn:microsoft.com/office/officeart/2018/2/layout/IconVerticalSolidList"/>
    <dgm:cxn modelId="{2EADC0DE-9E9E-48B5-9A0D-793C3FCF46FC}" srcId="{78F542D0-E940-4059-90B8-2D7EA3FD5EF0}" destId="{764EB34F-C653-4D37-9593-FF7471133ABB}" srcOrd="0" destOrd="0" parTransId="{3666F815-D2A0-4238-96DE-05D752B7F83E}" sibTransId="{D9B4A515-F549-4B9C-90C8-6D330C6C5F24}"/>
    <dgm:cxn modelId="{5342B8FA-0223-474A-B46B-11F5716582A4}" type="presParOf" srcId="{E360C0AC-1B61-4E00-84DB-8396847530F0}" destId="{00A413E9-97F0-4ECF-857A-9521A8DB71D7}" srcOrd="0" destOrd="0" presId="urn:microsoft.com/office/officeart/2018/2/layout/IconVerticalSolidList"/>
    <dgm:cxn modelId="{4BF73C56-14A1-4F81-AEC4-DDE8BAC91A04}" type="presParOf" srcId="{00A413E9-97F0-4ECF-857A-9521A8DB71D7}" destId="{DBA2ABFA-2286-4856-8CCB-C94B4BED5D54}" srcOrd="0" destOrd="0" presId="urn:microsoft.com/office/officeart/2018/2/layout/IconVerticalSolidList"/>
    <dgm:cxn modelId="{156F013E-DD03-4CC0-8D28-18C870B49488}" type="presParOf" srcId="{00A413E9-97F0-4ECF-857A-9521A8DB71D7}" destId="{F518161F-6870-4DAD-8D30-D23B4B383A8B}" srcOrd="1" destOrd="0" presId="urn:microsoft.com/office/officeart/2018/2/layout/IconVerticalSolidList"/>
    <dgm:cxn modelId="{D9F3686F-3ECA-468D-BF63-F1E14C9F02F0}" type="presParOf" srcId="{00A413E9-97F0-4ECF-857A-9521A8DB71D7}" destId="{B2173510-B32D-4C53-9C15-B129F06BA9EA}" srcOrd="2" destOrd="0" presId="urn:microsoft.com/office/officeart/2018/2/layout/IconVerticalSolidList"/>
    <dgm:cxn modelId="{958C5302-566D-4E03-956F-D93E2CDADBD2}" type="presParOf" srcId="{00A413E9-97F0-4ECF-857A-9521A8DB71D7}" destId="{8E09BAA9-BA64-4D27-9065-084B0B6C2712}" srcOrd="3" destOrd="0" presId="urn:microsoft.com/office/officeart/2018/2/layout/IconVerticalSolidList"/>
    <dgm:cxn modelId="{0C131B75-9BD1-44BE-9562-5E6064662F3B}" type="presParOf" srcId="{E360C0AC-1B61-4E00-84DB-8396847530F0}" destId="{06441B55-587A-4B81-8C87-4CC6D97A1455}" srcOrd="1" destOrd="0" presId="urn:microsoft.com/office/officeart/2018/2/layout/IconVerticalSolidList"/>
    <dgm:cxn modelId="{4263AB0C-9A58-43CE-89F0-72B7D762E854}" type="presParOf" srcId="{E360C0AC-1B61-4E00-84DB-8396847530F0}" destId="{9BBFC6F5-F8CA-4AC7-AEDF-7CB93952996E}" srcOrd="2" destOrd="0" presId="urn:microsoft.com/office/officeart/2018/2/layout/IconVerticalSolidList"/>
    <dgm:cxn modelId="{02DAD3F4-29B0-46EB-9614-F7BD07C554DB}" type="presParOf" srcId="{9BBFC6F5-F8CA-4AC7-AEDF-7CB93952996E}" destId="{BEFE0AC8-AA26-4E49-A21B-AB45DC4B2D88}" srcOrd="0" destOrd="0" presId="urn:microsoft.com/office/officeart/2018/2/layout/IconVerticalSolidList"/>
    <dgm:cxn modelId="{6EA095E9-6265-4E2A-82C0-E9B3D31EA186}" type="presParOf" srcId="{9BBFC6F5-F8CA-4AC7-AEDF-7CB93952996E}" destId="{596F57B1-A0C1-4A7E-86F8-D148726CCAA5}" srcOrd="1" destOrd="0" presId="urn:microsoft.com/office/officeart/2018/2/layout/IconVerticalSolidList"/>
    <dgm:cxn modelId="{6D2BEB99-C923-4D47-9941-BDC5BAC98824}" type="presParOf" srcId="{9BBFC6F5-F8CA-4AC7-AEDF-7CB93952996E}" destId="{F7321523-7717-4DEC-B2D1-8BB76B9EFFB3}" srcOrd="2" destOrd="0" presId="urn:microsoft.com/office/officeart/2018/2/layout/IconVerticalSolidList"/>
    <dgm:cxn modelId="{7AB3CC63-B4C5-4DA3-B4F8-79FDEDA12213}" type="presParOf" srcId="{9BBFC6F5-F8CA-4AC7-AEDF-7CB93952996E}" destId="{93673396-C0E6-4F01-8710-D46BCB56CAA7}" srcOrd="3" destOrd="0" presId="urn:microsoft.com/office/officeart/2018/2/layout/IconVerticalSolidList"/>
    <dgm:cxn modelId="{DCD402D3-AFF4-4F5D-970A-A63D92B0A22C}" type="presParOf" srcId="{E360C0AC-1B61-4E00-84DB-8396847530F0}" destId="{4A350C78-0C30-4FEE-8F97-BE36FAF7EA08}" srcOrd="3" destOrd="0" presId="urn:microsoft.com/office/officeart/2018/2/layout/IconVerticalSolidList"/>
    <dgm:cxn modelId="{38699F50-C621-4602-B800-264778B697AF}" type="presParOf" srcId="{E360C0AC-1B61-4E00-84DB-8396847530F0}" destId="{9A5386DC-4C43-41A9-B66A-CDABF23E61B8}" srcOrd="4" destOrd="0" presId="urn:microsoft.com/office/officeart/2018/2/layout/IconVerticalSolidList"/>
    <dgm:cxn modelId="{8E698D9F-4372-457D-8878-60B29F4189E9}" type="presParOf" srcId="{9A5386DC-4C43-41A9-B66A-CDABF23E61B8}" destId="{5AB4BFBE-9765-41E8-BF6F-17F26A8E6C77}" srcOrd="0" destOrd="0" presId="urn:microsoft.com/office/officeart/2018/2/layout/IconVerticalSolidList"/>
    <dgm:cxn modelId="{F4658BE0-4932-456B-AD7E-C770AADA50A1}" type="presParOf" srcId="{9A5386DC-4C43-41A9-B66A-CDABF23E61B8}" destId="{8BEAF246-8EFC-4FB7-9067-967597DA8EAD}" srcOrd="1" destOrd="0" presId="urn:microsoft.com/office/officeart/2018/2/layout/IconVerticalSolidList"/>
    <dgm:cxn modelId="{2837323A-CB14-4FF1-8BBE-EF7CF69F0865}" type="presParOf" srcId="{9A5386DC-4C43-41A9-B66A-CDABF23E61B8}" destId="{592B44C7-B518-4F4E-ABC8-FE13E4E92C33}" srcOrd="2" destOrd="0" presId="urn:microsoft.com/office/officeart/2018/2/layout/IconVerticalSolidList"/>
    <dgm:cxn modelId="{6AAFB25B-8FEB-4D5E-93D9-DFF917BE62E3}" type="presParOf" srcId="{9A5386DC-4C43-41A9-B66A-CDABF23E61B8}" destId="{72F501DB-A420-42FE-9BB0-7E0771F7C9AA}" srcOrd="3" destOrd="0" presId="urn:microsoft.com/office/officeart/2018/2/layout/IconVerticalSolidList"/>
    <dgm:cxn modelId="{4348CE1B-22E1-44C6-BB5F-7F3C19ECF659}" type="presParOf" srcId="{E360C0AC-1B61-4E00-84DB-8396847530F0}" destId="{6523DB0C-3185-41B9-9356-455A7F2A4066}" srcOrd="5" destOrd="0" presId="urn:microsoft.com/office/officeart/2018/2/layout/IconVerticalSolidList"/>
    <dgm:cxn modelId="{C4BF5B35-F9A7-4060-985E-1E3B88FC5C44}" type="presParOf" srcId="{E360C0AC-1B61-4E00-84DB-8396847530F0}" destId="{E8F11276-4F5A-44ED-AD84-73B1A46B11A3}" srcOrd="6" destOrd="0" presId="urn:microsoft.com/office/officeart/2018/2/layout/IconVerticalSolidList"/>
    <dgm:cxn modelId="{BE067F19-C794-48D0-9A3B-ADF566B2E03A}" type="presParOf" srcId="{E8F11276-4F5A-44ED-AD84-73B1A46B11A3}" destId="{3F0188DF-842C-47BA-87F3-A9B1B97B330D}" srcOrd="0" destOrd="0" presId="urn:microsoft.com/office/officeart/2018/2/layout/IconVerticalSolidList"/>
    <dgm:cxn modelId="{F8D88DBA-C661-4DC1-9646-C8BC9E3B67A4}" type="presParOf" srcId="{E8F11276-4F5A-44ED-AD84-73B1A46B11A3}" destId="{1319EC74-BC9E-41A2-A8C0-9E43CD400D72}" srcOrd="1" destOrd="0" presId="urn:microsoft.com/office/officeart/2018/2/layout/IconVerticalSolidList"/>
    <dgm:cxn modelId="{EB571B32-3FF1-4D11-B453-9EBFAD00EE07}" type="presParOf" srcId="{E8F11276-4F5A-44ED-AD84-73B1A46B11A3}" destId="{DF3B5435-6D3B-49A3-81B8-7DDA8561E6D2}" srcOrd="2" destOrd="0" presId="urn:microsoft.com/office/officeart/2018/2/layout/IconVerticalSolidList"/>
    <dgm:cxn modelId="{821946DA-2963-4F65-A7BF-C0698D62F649}" type="presParOf" srcId="{E8F11276-4F5A-44ED-AD84-73B1A46B11A3}" destId="{9CDAC918-F62D-444E-9DFA-8EFB9CBC55A9}" srcOrd="3" destOrd="0" presId="urn:microsoft.com/office/officeart/2018/2/layout/IconVerticalSolidList"/>
    <dgm:cxn modelId="{C83B5B03-3A18-42F2-B72D-7A5CB517EF43}" type="presParOf" srcId="{E360C0AC-1B61-4E00-84DB-8396847530F0}" destId="{28AA90CF-5E34-4AAE-8E60-E9F8D851567B}" srcOrd="7" destOrd="0" presId="urn:microsoft.com/office/officeart/2018/2/layout/IconVerticalSolidList"/>
    <dgm:cxn modelId="{DD98DD6F-7474-43EB-ADC8-15FA4878BB79}" type="presParOf" srcId="{E360C0AC-1B61-4E00-84DB-8396847530F0}" destId="{64A37E11-3F8C-4FA0-B151-DAF489060FA9}" srcOrd="8" destOrd="0" presId="urn:microsoft.com/office/officeart/2018/2/layout/IconVerticalSolidList"/>
    <dgm:cxn modelId="{8265EC41-EFF9-476A-A3AD-C41D948A1FC2}" type="presParOf" srcId="{64A37E11-3F8C-4FA0-B151-DAF489060FA9}" destId="{57D6AC09-2130-4E2B-9E09-3D72EB139DF4}" srcOrd="0" destOrd="0" presId="urn:microsoft.com/office/officeart/2018/2/layout/IconVerticalSolidList"/>
    <dgm:cxn modelId="{00E684C8-44B9-495A-B17C-C923D0153B4B}" type="presParOf" srcId="{64A37E11-3F8C-4FA0-B151-DAF489060FA9}" destId="{9A40CE8F-359E-48C3-8F6E-659CD2A271DA}" srcOrd="1" destOrd="0" presId="urn:microsoft.com/office/officeart/2018/2/layout/IconVerticalSolidList"/>
    <dgm:cxn modelId="{3791F91B-43E5-4E42-8805-B685A554DADD}" type="presParOf" srcId="{64A37E11-3F8C-4FA0-B151-DAF489060FA9}" destId="{B79C264F-665E-4D1C-9EFF-077FE2453C3C}" srcOrd="2" destOrd="0" presId="urn:microsoft.com/office/officeart/2018/2/layout/IconVerticalSolidList"/>
    <dgm:cxn modelId="{6B307CB3-E770-4A84-879F-2EE2CCD87339}" type="presParOf" srcId="{64A37E11-3F8C-4FA0-B151-DAF489060FA9}" destId="{5C7650D1-7650-47A7-BBA3-4F1176537A7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B631713-FC6E-4D89-B828-03690C04034B}" type="doc">
      <dgm:prSet loTypeId="urn:microsoft.com/office/officeart/2005/8/layout/arrow5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04D2B4C-BC02-44A5-A897-2AD9E15FDB0D}">
      <dgm:prSet/>
      <dgm:spPr/>
      <dgm:t>
        <a:bodyPr/>
        <a:lstStyle/>
        <a:p>
          <a:r>
            <a:rPr lang="en-US"/>
            <a:t>• ~71,000 records across 30 columns</a:t>
          </a:r>
        </a:p>
      </dgm:t>
    </dgm:pt>
    <dgm:pt modelId="{C5D80DAA-D37D-485D-8965-C9762C5C14A4}" type="parTrans" cxnId="{222DF2B3-2506-4E57-9B95-DB54677DE698}">
      <dgm:prSet/>
      <dgm:spPr/>
      <dgm:t>
        <a:bodyPr/>
        <a:lstStyle/>
        <a:p>
          <a:endParaRPr lang="en-US"/>
        </a:p>
      </dgm:t>
    </dgm:pt>
    <dgm:pt modelId="{555F6A29-4721-4EFD-823F-6607BDE8660A}" type="sibTrans" cxnId="{222DF2B3-2506-4E57-9B95-DB54677DE698}">
      <dgm:prSet/>
      <dgm:spPr/>
      <dgm:t>
        <a:bodyPr/>
        <a:lstStyle/>
        <a:p>
          <a:endParaRPr lang="en-US"/>
        </a:p>
      </dgm:t>
    </dgm:pt>
    <dgm:pt modelId="{1F206161-B8EC-4E47-9226-838C762A285E}">
      <dgm:prSet/>
      <dgm:spPr/>
      <dgm:t>
        <a:bodyPr/>
        <a:lstStyle/>
        <a:p>
          <a:r>
            <a:rPr lang="en-US"/>
            <a:t>• Vessel info: Name, Flag, Class, Coordinates, Duration</a:t>
          </a:r>
        </a:p>
      </dgm:t>
    </dgm:pt>
    <dgm:pt modelId="{18A7683C-D3FF-43FB-8092-DD6B2F34883C}" type="parTrans" cxnId="{7590502C-C80C-433B-B985-5F43C3BF7C53}">
      <dgm:prSet/>
      <dgm:spPr/>
      <dgm:t>
        <a:bodyPr/>
        <a:lstStyle/>
        <a:p>
          <a:endParaRPr lang="en-US"/>
        </a:p>
      </dgm:t>
    </dgm:pt>
    <dgm:pt modelId="{5D63BCE2-14A2-4D1E-87AA-12518D1104A9}" type="sibTrans" cxnId="{7590502C-C80C-433B-B985-5F43C3BF7C53}">
      <dgm:prSet/>
      <dgm:spPr/>
      <dgm:t>
        <a:bodyPr/>
        <a:lstStyle/>
        <a:p>
          <a:endParaRPr lang="en-US"/>
        </a:p>
      </dgm:t>
    </dgm:pt>
    <dgm:pt modelId="{646EBE48-3DCA-4BE8-A0A0-3A0A40A525A5}">
      <dgm:prSet/>
      <dgm:spPr/>
      <dgm:t>
        <a:bodyPr/>
        <a:lstStyle/>
        <a:p>
          <a:r>
            <a:rPr lang="en-US"/>
            <a:t>• Missing values mainly in ports/subclass fields (expected)</a:t>
          </a:r>
        </a:p>
      </dgm:t>
    </dgm:pt>
    <dgm:pt modelId="{4B25E596-7EC7-427F-9DCB-1CA3D3C2EFBD}" type="parTrans" cxnId="{1992F285-2972-4DC1-85D8-90F4A2CBA692}">
      <dgm:prSet/>
      <dgm:spPr/>
      <dgm:t>
        <a:bodyPr/>
        <a:lstStyle/>
        <a:p>
          <a:endParaRPr lang="en-US"/>
        </a:p>
      </dgm:t>
    </dgm:pt>
    <dgm:pt modelId="{B666EA60-1540-49CF-A4B4-C9B175B037A1}" type="sibTrans" cxnId="{1992F285-2972-4DC1-85D8-90F4A2CBA692}">
      <dgm:prSet/>
      <dgm:spPr/>
      <dgm:t>
        <a:bodyPr/>
        <a:lstStyle/>
        <a:p>
          <a:endParaRPr lang="en-US"/>
        </a:p>
      </dgm:t>
    </dgm:pt>
    <dgm:pt modelId="{168A625B-21AA-460E-83C4-08B00C441E70}">
      <dgm:prSet/>
      <dgm:spPr/>
      <dgm:t>
        <a:bodyPr/>
        <a:lstStyle/>
        <a:p>
          <a:r>
            <a:rPr lang="en-US"/>
            <a:t>• High completeness in key analysis columns</a:t>
          </a:r>
        </a:p>
      </dgm:t>
    </dgm:pt>
    <dgm:pt modelId="{C0507B83-DE0C-40CE-8825-8C3AFDB29CEF}" type="parTrans" cxnId="{813C8168-3379-4ED9-BFF5-7C344FCCCA93}">
      <dgm:prSet/>
      <dgm:spPr/>
      <dgm:t>
        <a:bodyPr/>
        <a:lstStyle/>
        <a:p>
          <a:endParaRPr lang="en-US"/>
        </a:p>
      </dgm:t>
    </dgm:pt>
    <dgm:pt modelId="{53ED96C9-00A3-4FDE-A6A3-4F9E9FA069A4}" type="sibTrans" cxnId="{813C8168-3379-4ED9-BFF5-7C344FCCCA93}">
      <dgm:prSet/>
      <dgm:spPr/>
      <dgm:t>
        <a:bodyPr/>
        <a:lstStyle/>
        <a:p>
          <a:endParaRPr lang="en-US"/>
        </a:p>
      </dgm:t>
    </dgm:pt>
    <dgm:pt modelId="{6E53C074-4EA8-7948-8ACF-94D136575076}" type="pres">
      <dgm:prSet presAssocID="{CB631713-FC6E-4D89-B828-03690C04034B}" presName="diagram" presStyleCnt="0">
        <dgm:presLayoutVars>
          <dgm:dir/>
          <dgm:resizeHandles val="exact"/>
        </dgm:presLayoutVars>
      </dgm:prSet>
      <dgm:spPr/>
    </dgm:pt>
    <dgm:pt modelId="{5DBD2EC2-E86E-5046-A0B7-8E458DE7AE86}" type="pres">
      <dgm:prSet presAssocID="{204D2B4C-BC02-44A5-A897-2AD9E15FDB0D}" presName="arrow" presStyleLbl="node1" presStyleIdx="0" presStyleCnt="4">
        <dgm:presLayoutVars>
          <dgm:bulletEnabled val="1"/>
        </dgm:presLayoutVars>
      </dgm:prSet>
      <dgm:spPr/>
    </dgm:pt>
    <dgm:pt modelId="{F07DAD7A-0C83-174C-AEBF-462CDC6AA399}" type="pres">
      <dgm:prSet presAssocID="{1F206161-B8EC-4E47-9226-838C762A285E}" presName="arrow" presStyleLbl="node1" presStyleIdx="1" presStyleCnt="4">
        <dgm:presLayoutVars>
          <dgm:bulletEnabled val="1"/>
        </dgm:presLayoutVars>
      </dgm:prSet>
      <dgm:spPr/>
    </dgm:pt>
    <dgm:pt modelId="{49DB7334-5CBA-0D48-BDDA-31C1FA5AF3BC}" type="pres">
      <dgm:prSet presAssocID="{646EBE48-3DCA-4BE8-A0A0-3A0A40A525A5}" presName="arrow" presStyleLbl="node1" presStyleIdx="2" presStyleCnt="4">
        <dgm:presLayoutVars>
          <dgm:bulletEnabled val="1"/>
        </dgm:presLayoutVars>
      </dgm:prSet>
      <dgm:spPr/>
    </dgm:pt>
    <dgm:pt modelId="{2F210FF9-4F59-B248-AD36-39EBEEBBB6B5}" type="pres">
      <dgm:prSet presAssocID="{168A625B-21AA-460E-83C4-08B00C441E70}" presName="arrow" presStyleLbl="node1" presStyleIdx="3" presStyleCnt="4">
        <dgm:presLayoutVars>
          <dgm:bulletEnabled val="1"/>
        </dgm:presLayoutVars>
      </dgm:prSet>
      <dgm:spPr/>
    </dgm:pt>
  </dgm:ptLst>
  <dgm:cxnLst>
    <dgm:cxn modelId="{A9D94E0B-E399-0C4D-AFAB-03A029AE0E8A}" type="presOf" srcId="{168A625B-21AA-460E-83C4-08B00C441E70}" destId="{2F210FF9-4F59-B248-AD36-39EBEEBBB6B5}" srcOrd="0" destOrd="0" presId="urn:microsoft.com/office/officeart/2005/8/layout/arrow5"/>
    <dgm:cxn modelId="{334EF921-0038-6147-BEC3-F327477B8706}" type="presOf" srcId="{204D2B4C-BC02-44A5-A897-2AD9E15FDB0D}" destId="{5DBD2EC2-E86E-5046-A0B7-8E458DE7AE86}" srcOrd="0" destOrd="0" presId="urn:microsoft.com/office/officeart/2005/8/layout/arrow5"/>
    <dgm:cxn modelId="{7590502C-C80C-433B-B985-5F43C3BF7C53}" srcId="{CB631713-FC6E-4D89-B828-03690C04034B}" destId="{1F206161-B8EC-4E47-9226-838C762A285E}" srcOrd="1" destOrd="0" parTransId="{18A7683C-D3FF-43FB-8092-DD6B2F34883C}" sibTransId="{5D63BCE2-14A2-4D1E-87AA-12518D1104A9}"/>
    <dgm:cxn modelId="{F488E55F-B1D4-A84E-BEE6-698AF8093472}" type="presOf" srcId="{1F206161-B8EC-4E47-9226-838C762A285E}" destId="{F07DAD7A-0C83-174C-AEBF-462CDC6AA399}" srcOrd="0" destOrd="0" presId="urn:microsoft.com/office/officeart/2005/8/layout/arrow5"/>
    <dgm:cxn modelId="{813C8168-3379-4ED9-BFF5-7C344FCCCA93}" srcId="{CB631713-FC6E-4D89-B828-03690C04034B}" destId="{168A625B-21AA-460E-83C4-08B00C441E70}" srcOrd="3" destOrd="0" parTransId="{C0507B83-DE0C-40CE-8825-8C3AFDB29CEF}" sibTransId="{53ED96C9-00A3-4FDE-A6A3-4F9E9FA069A4}"/>
    <dgm:cxn modelId="{1992F285-2972-4DC1-85D8-90F4A2CBA692}" srcId="{CB631713-FC6E-4D89-B828-03690C04034B}" destId="{646EBE48-3DCA-4BE8-A0A0-3A0A40A525A5}" srcOrd="2" destOrd="0" parTransId="{4B25E596-7EC7-427F-9DCB-1CA3D3C2EFBD}" sibTransId="{B666EA60-1540-49CF-A4B4-C9B175B037A1}"/>
    <dgm:cxn modelId="{6E3876A6-870E-9847-AA6E-B32C1019A74C}" type="presOf" srcId="{646EBE48-3DCA-4BE8-A0A0-3A0A40A525A5}" destId="{49DB7334-5CBA-0D48-BDDA-31C1FA5AF3BC}" srcOrd="0" destOrd="0" presId="urn:microsoft.com/office/officeart/2005/8/layout/arrow5"/>
    <dgm:cxn modelId="{222DF2B3-2506-4E57-9B95-DB54677DE698}" srcId="{CB631713-FC6E-4D89-B828-03690C04034B}" destId="{204D2B4C-BC02-44A5-A897-2AD9E15FDB0D}" srcOrd="0" destOrd="0" parTransId="{C5D80DAA-D37D-485D-8965-C9762C5C14A4}" sibTransId="{555F6A29-4721-4EFD-823F-6607BDE8660A}"/>
    <dgm:cxn modelId="{F81BA7DD-8317-EF4D-A8CE-DC8AA7D22ADD}" type="presOf" srcId="{CB631713-FC6E-4D89-B828-03690C04034B}" destId="{6E53C074-4EA8-7948-8ACF-94D136575076}" srcOrd="0" destOrd="0" presId="urn:microsoft.com/office/officeart/2005/8/layout/arrow5"/>
    <dgm:cxn modelId="{E5BF7849-1DB9-0646-B8BC-A2AA6DB2297D}" type="presParOf" srcId="{6E53C074-4EA8-7948-8ACF-94D136575076}" destId="{5DBD2EC2-E86E-5046-A0B7-8E458DE7AE86}" srcOrd="0" destOrd="0" presId="urn:microsoft.com/office/officeart/2005/8/layout/arrow5"/>
    <dgm:cxn modelId="{34142D1E-E13A-4740-8758-C003067C0E49}" type="presParOf" srcId="{6E53C074-4EA8-7948-8ACF-94D136575076}" destId="{F07DAD7A-0C83-174C-AEBF-462CDC6AA399}" srcOrd="1" destOrd="0" presId="urn:microsoft.com/office/officeart/2005/8/layout/arrow5"/>
    <dgm:cxn modelId="{34F81C69-D415-AB40-AA1E-03D8BA406AD1}" type="presParOf" srcId="{6E53C074-4EA8-7948-8ACF-94D136575076}" destId="{49DB7334-5CBA-0D48-BDDA-31C1FA5AF3BC}" srcOrd="2" destOrd="0" presId="urn:microsoft.com/office/officeart/2005/8/layout/arrow5"/>
    <dgm:cxn modelId="{FD48E408-5A1E-984A-B361-7D212E314183}" type="presParOf" srcId="{6E53C074-4EA8-7948-8ACF-94D136575076}" destId="{2F210FF9-4F59-B248-AD36-39EBEEBBB6B5}" srcOrd="3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1D7901E-9E69-4927-8E19-022FD979E29C}" type="doc">
      <dgm:prSet loTypeId="urn:microsoft.com/office/officeart/2016/7/layout/LinearArrowProcessNumbered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1EC874A-3BBE-466B-A37C-9FB49B275CDD}">
      <dgm:prSet/>
      <dgm:spPr/>
      <dgm:t>
        <a:bodyPr/>
        <a:lstStyle/>
        <a:p>
          <a:r>
            <a:rPr lang="en-US"/>
            <a:t>1. Standardize and clean data (duration, coordinates)</a:t>
          </a:r>
        </a:p>
      </dgm:t>
    </dgm:pt>
    <dgm:pt modelId="{7E363373-8912-456B-9EB6-338DA770F2BD}" type="parTrans" cxnId="{DFEF1DAB-5DB6-434C-93F1-6B9715F2F510}">
      <dgm:prSet/>
      <dgm:spPr/>
      <dgm:t>
        <a:bodyPr/>
        <a:lstStyle/>
        <a:p>
          <a:endParaRPr lang="en-US"/>
        </a:p>
      </dgm:t>
    </dgm:pt>
    <dgm:pt modelId="{DA4E63BE-0BFD-4CEA-83B8-0039E1C6D8DD}" type="sibTrans" cxnId="{DFEF1DAB-5DB6-434C-93F1-6B9715F2F510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2CBCE474-3665-4D27-9444-589E7706F731}">
      <dgm:prSet/>
      <dgm:spPr/>
      <dgm:t>
        <a:bodyPr/>
        <a:lstStyle/>
        <a:p>
          <a:r>
            <a:rPr lang="en-US"/>
            <a:t>2. Compute distance (NM) and implied speed (knots)</a:t>
          </a:r>
        </a:p>
      </dgm:t>
    </dgm:pt>
    <dgm:pt modelId="{07FB11A0-780B-47B5-A7DC-FCBF10F4E801}" type="parTrans" cxnId="{660CEE2E-9EE4-456A-AF38-F4BA32944798}">
      <dgm:prSet/>
      <dgm:spPr/>
      <dgm:t>
        <a:bodyPr/>
        <a:lstStyle/>
        <a:p>
          <a:endParaRPr lang="en-US"/>
        </a:p>
      </dgm:t>
    </dgm:pt>
    <dgm:pt modelId="{7AFB15A2-00F9-4A8D-8C90-1D38A751329C}" type="sibTrans" cxnId="{660CEE2E-9EE4-456A-AF38-F4BA32944798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E9D683C0-51A0-4C0A-89A4-7076982C21B6}">
      <dgm:prSet/>
      <dgm:spPr/>
      <dgm:t>
        <a:bodyPr/>
        <a:lstStyle/>
        <a:p>
          <a:r>
            <a:rPr lang="en-US"/>
            <a:t>3. Identify dense clusters (0.02° rounding)</a:t>
          </a:r>
        </a:p>
      </dgm:t>
    </dgm:pt>
    <dgm:pt modelId="{C1F891F8-D726-4D08-8503-2AD2C4A66C43}" type="parTrans" cxnId="{5A0E66F1-37AF-4BCA-8245-955394B200C3}">
      <dgm:prSet/>
      <dgm:spPr/>
      <dgm:t>
        <a:bodyPr/>
        <a:lstStyle/>
        <a:p>
          <a:endParaRPr lang="en-US"/>
        </a:p>
      </dgm:t>
    </dgm:pt>
    <dgm:pt modelId="{84E41D54-9578-4A23-BEAC-7FE506525D6B}" type="sibTrans" cxnId="{5A0E66F1-37AF-4BCA-8245-955394B200C3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BC9780F8-AED3-4ED9-876F-DB3D02869351}">
      <dgm:prSet/>
      <dgm:spPr/>
      <dgm:t>
        <a:bodyPr/>
        <a:lstStyle/>
        <a:p>
          <a:r>
            <a:rPr lang="en-US"/>
            <a:t>4. Apply three detection rules + multi-flag validation</a:t>
          </a:r>
        </a:p>
      </dgm:t>
    </dgm:pt>
    <dgm:pt modelId="{1C31FC9E-5CC3-4306-AB9F-10C5461F996D}" type="parTrans" cxnId="{22503040-8EF9-439A-9720-ADF130EB6582}">
      <dgm:prSet/>
      <dgm:spPr/>
      <dgm:t>
        <a:bodyPr/>
        <a:lstStyle/>
        <a:p>
          <a:endParaRPr lang="en-US"/>
        </a:p>
      </dgm:t>
    </dgm:pt>
    <dgm:pt modelId="{4B34063F-0B00-41FD-A2D7-BC6BCCD2803B}" type="sibTrans" cxnId="{22503040-8EF9-439A-9720-ADF130EB6582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3E752EB2-EEB8-534A-8551-DDCB29C5A8CD}" type="pres">
      <dgm:prSet presAssocID="{61D7901E-9E69-4927-8E19-022FD979E29C}" presName="linearFlow" presStyleCnt="0">
        <dgm:presLayoutVars>
          <dgm:dir/>
          <dgm:animLvl val="lvl"/>
          <dgm:resizeHandles val="exact"/>
        </dgm:presLayoutVars>
      </dgm:prSet>
      <dgm:spPr/>
    </dgm:pt>
    <dgm:pt modelId="{D95A6E43-C222-0D45-87A1-D23252BC338E}" type="pres">
      <dgm:prSet presAssocID="{11EC874A-3BBE-466B-A37C-9FB49B275CDD}" presName="compositeNode" presStyleCnt="0"/>
      <dgm:spPr/>
    </dgm:pt>
    <dgm:pt modelId="{1D4F197A-E9BC-A148-994F-9A142B4E6030}" type="pres">
      <dgm:prSet presAssocID="{11EC874A-3BBE-466B-A37C-9FB49B275CDD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F6282520-7602-C140-BBBB-FC36F921DFE8}" type="pres">
      <dgm:prSet presAssocID="{11EC874A-3BBE-466B-A37C-9FB49B275CDD}" presName="parSh" presStyleCnt="0"/>
      <dgm:spPr/>
    </dgm:pt>
    <dgm:pt modelId="{47CA2DF5-EB0D-E448-99D6-DB79546F2BC0}" type="pres">
      <dgm:prSet presAssocID="{11EC874A-3BBE-466B-A37C-9FB49B275CDD}" presName="lineNode" presStyleLbl="alignAccFollowNode1" presStyleIdx="0" presStyleCnt="12"/>
      <dgm:spPr/>
    </dgm:pt>
    <dgm:pt modelId="{5A91DDF9-F95E-7E43-BC89-3FBFC5A97938}" type="pres">
      <dgm:prSet presAssocID="{11EC874A-3BBE-466B-A37C-9FB49B275CDD}" presName="lineArrowNode" presStyleLbl="alignAccFollowNode1" presStyleIdx="1" presStyleCnt="12"/>
      <dgm:spPr/>
    </dgm:pt>
    <dgm:pt modelId="{F3543795-33DF-D14A-A476-6E85D406E58D}" type="pres">
      <dgm:prSet presAssocID="{DA4E63BE-0BFD-4CEA-83B8-0039E1C6D8DD}" presName="sibTransNodeCircle" presStyleLbl="alignNode1" presStyleIdx="0" presStyleCnt="4">
        <dgm:presLayoutVars>
          <dgm:chMax val="0"/>
          <dgm:bulletEnabled/>
        </dgm:presLayoutVars>
      </dgm:prSet>
      <dgm:spPr/>
    </dgm:pt>
    <dgm:pt modelId="{BB72DD9C-1F66-1247-94EF-BE440D094CBE}" type="pres">
      <dgm:prSet presAssocID="{DA4E63BE-0BFD-4CEA-83B8-0039E1C6D8DD}" presName="spacerBetweenCircleAndCallout" presStyleCnt="0">
        <dgm:presLayoutVars/>
      </dgm:prSet>
      <dgm:spPr/>
    </dgm:pt>
    <dgm:pt modelId="{EAD2EED5-883B-7747-9E04-C8E7E25C979F}" type="pres">
      <dgm:prSet presAssocID="{11EC874A-3BBE-466B-A37C-9FB49B275CDD}" presName="nodeText" presStyleLbl="alignAccFollowNode1" presStyleIdx="2" presStyleCnt="12">
        <dgm:presLayoutVars>
          <dgm:bulletEnabled val="1"/>
        </dgm:presLayoutVars>
      </dgm:prSet>
      <dgm:spPr/>
    </dgm:pt>
    <dgm:pt modelId="{CE0DB607-AE61-FE4E-BEEF-7BA28558670A}" type="pres">
      <dgm:prSet presAssocID="{DA4E63BE-0BFD-4CEA-83B8-0039E1C6D8DD}" presName="sibTransComposite" presStyleCnt="0"/>
      <dgm:spPr/>
    </dgm:pt>
    <dgm:pt modelId="{25A4DF0F-97D1-524F-A95D-1500B932FD57}" type="pres">
      <dgm:prSet presAssocID="{2CBCE474-3665-4D27-9444-589E7706F731}" presName="compositeNode" presStyleCnt="0"/>
      <dgm:spPr/>
    </dgm:pt>
    <dgm:pt modelId="{926C3638-77AF-EB44-B2AE-D42C753519BC}" type="pres">
      <dgm:prSet presAssocID="{2CBCE474-3665-4D27-9444-589E7706F731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C57384E8-1872-9F40-B03A-8CAA02AD92ED}" type="pres">
      <dgm:prSet presAssocID="{2CBCE474-3665-4D27-9444-589E7706F731}" presName="parSh" presStyleCnt="0"/>
      <dgm:spPr/>
    </dgm:pt>
    <dgm:pt modelId="{010D086D-B276-1D41-BEE1-6C9796B9524A}" type="pres">
      <dgm:prSet presAssocID="{2CBCE474-3665-4D27-9444-589E7706F731}" presName="lineNode" presStyleLbl="alignAccFollowNode1" presStyleIdx="3" presStyleCnt="12"/>
      <dgm:spPr/>
    </dgm:pt>
    <dgm:pt modelId="{35BAC1C4-A4B4-D243-AD3B-825C1A7E1F5C}" type="pres">
      <dgm:prSet presAssocID="{2CBCE474-3665-4D27-9444-589E7706F731}" presName="lineArrowNode" presStyleLbl="alignAccFollowNode1" presStyleIdx="4" presStyleCnt="12"/>
      <dgm:spPr/>
    </dgm:pt>
    <dgm:pt modelId="{F97300A9-7E5F-8C41-AFEB-1F39FACF6C83}" type="pres">
      <dgm:prSet presAssocID="{7AFB15A2-00F9-4A8D-8C90-1D38A751329C}" presName="sibTransNodeCircle" presStyleLbl="alignNode1" presStyleIdx="1" presStyleCnt="4">
        <dgm:presLayoutVars>
          <dgm:chMax val="0"/>
          <dgm:bulletEnabled/>
        </dgm:presLayoutVars>
      </dgm:prSet>
      <dgm:spPr/>
    </dgm:pt>
    <dgm:pt modelId="{EB8B1657-9466-A348-8BBD-045BBF4AC3F2}" type="pres">
      <dgm:prSet presAssocID="{7AFB15A2-00F9-4A8D-8C90-1D38A751329C}" presName="spacerBetweenCircleAndCallout" presStyleCnt="0">
        <dgm:presLayoutVars/>
      </dgm:prSet>
      <dgm:spPr/>
    </dgm:pt>
    <dgm:pt modelId="{776E666C-3F2A-D14D-AC22-1F2C041EFF1D}" type="pres">
      <dgm:prSet presAssocID="{2CBCE474-3665-4D27-9444-589E7706F731}" presName="nodeText" presStyleLbl="alignAccFollowNode1" presStyleIdx="5" presStyleCnt="12">
        <dgm:presLayoutVars>
          <dgm:bulletEnabled val="1"/>
        </dgm:presLayoutVars>
      </dgm:prSet>
      <dgm:spPr/>
    </dgm:pt>
    <dgm:pt modelId="{B0B648F1-459B-DD4C-8667-0F338666B4AE}" type="pres">
      <dgm:prSet presAssocID="{7AFB15A2-00F9-4A8D-8C90-1D38A751329C}" presName="sibTransComposite" presStyleCnt="0"/>
      <dgm:spPr/>
    </dgm:pt>
    <dgm:pt modelId="{B261FB4A-EE60-D94B-B67F-683FADFBFF78}" type="pres">
      <dgm:prSet presAssocID="{E9D683C0-51A0-4C0A-89A4-7076982C21B6}" presName="compositeNode" presStyleCnt="0"/>
      <dgm:spPr/>
    </dgm:pt>
    <dgm:pt modelId="{21335F8E-5512-2843-BCD3-EF8D57CF2E5A}" type="pres">
      <dgm:prSet presAssocID="{E9D683C0-51A0-4C0A-89A4-7076982C21B6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56C271E9-B78B-AA4C-BE7D-C8F114587C2D}" type="pres">
      <dgm:prSet presAssocID="{E9D683C0-51A0-4C0A-89A4-7076982C21B6}" presName="parSh" presStyleCnt="0"/>
      <dgm:spPr/>
    </dgm:pt>
    <dgm:pt modelId="{9D3E7DFC-DB9D-ED43-9DE0-7936BA4DF75C}" type="pres">
      <dgm:prSet presAssocID="{E9D683C0-51A0-4C0A-89A4-7076982C21B6}" presName="lineNode" presStyleLbl="alignAccFollowNode1" presStyleIdx="6" presStyleCnt="12"/>
      <dgm:spPr/>
    </dgm:pt>
    <dgm:pt modelId="{3FE53A7D-FE36-5147-95DF-0766C95C878D}" type="pres">
      <dgm:prSet presAssocID="{E9D683C0-51A0-4C0A-89A4-7076982C21B6}" presName="lineArrowNode" presStyleLbl="alignAccFollowNode1" presStyleIdx="7" presStyleCnt="12"/>
      <dgm:spPr/>
    </dgm:pt>
    <dgm:pt modelId="{16F95085-F599-844B-8B5F-9C5E065CD611}" type="pres">
      <dgm:prSet presAssocID="{84E41D54-9578-4A23-BEAC-7FE506525D6B}" presName="sibTransNodeCircle" presStyleLbl="alignNode1" presStyleIdx="2" presStyleCnt="4">
        <dgm:presLayoutVars>
          <dgm:chMax val="0"/>
          <dgm:bulletEnabled/>
        </dgm:presLayoutVars>
      </dgm:prSet>
      <dgm:spPr/>
    </dgm:pt>
    <dgm:pt modelId="{31080317-FBBF-654B-8DEB-226DFB393DA4}" type="pres">
      <dgm:prSet presAssocID="{84E41D54-9578-4A23-BEAC-7FE506525D6B}" presName="spacerBetweenCircleAndCallout" presStyleCnt="0">
        <dgm:presLayoutVars/>
      </dgm:prSet>
      <dgm:spPr/>
    </dgm:pt>
    <dgm:pt modelId="{4A7A256F-381D-6A43-BFAF-26280C3EAAAC}" type="pres">
      <dgm:prSet presAssocID="{E9D683C0-51A0-4C0A-89A4-7076982C21B6}" presName="nodeText" presStyleLbl="alignAccFollowNode1" presStyleIdx="8" presStyleCnt="12">
        <dgm:presLayoutVars>
          <dgm:bulletEnabled val="1"/>
        </dgm:presLayoutVars>
      </dgm:prSet>
      <dgm:spPr/>
    </dgm:pt>
    <dgm:pt modelId="{7D6249F0-4372-AC4A-83A6-508212565351}" type="pres">
      <dgm:prSet presAssocID="{84E41D54-9578-4A23-BEAC-7FE506525D6B}" presName="sibTransComposite" presStyleCnt="0"/>
      <dgm:spPr/>
    </dgm:pt>
    <dgm:pt modelId="{9E0C11DB-D337-3D4A-A323-6D3156CE9927}" type="pres">
      <dgm:prSet presAssocID="{BC9780F8-AED3-4ED9-876F-DB3D02869351}" presName="compositeNode" presStyleCnt="0"/>
      <dgm:spPr/>
    </dgm:pt>
    <dgm:pt modelId="{DB4E9FBC-5610-5A43-84D1-35D5E7C445F0}" type="pres">
      <dgm:prSet presAssocID="{BC9780F8-AED3-4ED9-876F-DB3D02869351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F2D80558-6BBF-1A4A-928F-ED7C9FAB8A20}" type="pres">
      <dgm:prSet presAssocID="{BC9780F8-AED3-4ED9-876F-DB3D02869351}" presName="parSh" presStyleCnt="0"/>
      <dgm:spPr/>
    </dgm:pt>
    <dgm:pt modelId="{A6227B95-E7BE-5847-BA90-C9C855AE44F3}" type="pres">
      <dgm:prSet presAssocID="{BC9780F8-AED3-4ED9-876F-DB3D02869351}" presName="lineNode" presStyleLbl="alignAccFollowNode1" presStyleIdx="9" presStyleCnt="12"/>
      <dgm:spPr/>
    </dgm:pt>
    <dgm:pt modelId="{DEBBBA90-3D6E-D34A-9701-6BFCE37FBFC1}" type="pres">
      <dgm:prSet presAssocID="{BC9780F8-AED3-4ED9-876F-DB3D02869351}" presName="lineArrowNode" presStyleLbl="alignAccFollowNode1" presStyleIdx="10" presStyleCnt="12"/>
      <dgm:spPr/>
    </dgm:pt>
    <dgm:pt modelId="{61107CFB-68A6-8948-BE13-3D4F1FBDF51B}" type="pres">
      <dgm:prSet presAssocID="{4B34063F-0B00-41FD-A2D7-BC6BCCD2803B}" presName="sibTransNodeCircle" presStyleLbl="alignNode1" presStyleIdx="3" presStyleCnt="4">
        <dgm:presLayoutVars>
          <dgm:chMax val="0"/>
          <dgm:bulletEnabled/>
        </dgm:presLayoutVars>
      </dgm:prSet>
      <dgm:spPr/>
    </dgm:pt>
    <dgm:pt modelId="{6952E1CC-6D36-7247-AC87-18A38DAB744C}" type="pres">
      <dgm:prSet presAssocID="{4B34063F-0B00-41FD-A2D7-BC6BCCD2803B}" presName="spacerBetweenCircleAndCallout" presStyleCnt="0">
        <dgm:presLayoutVars/>
      </dgm:prSet>
      <dgm:spPr/>
    </dgm:pt>
    <dgm:pt modelId="{AAE542DB-9DA7-DF41-A0D2-AB22AEFC067B}" type="pres">
      <dgm:prSet presAssocID="{BC9780F8-AED3-4ED9-876F-DB3D02869351}" presName="nodeText" presStyleLbl="alignAccFollowNode1" presStyleIdx="11" presStyleCnt="12">
        <dgm:presLayoutVars>
          <dgm:bulletEnabled val="1"/>
        </dgm:presLayoutVars>
      </dgm:prSet>
      <dgm:spPr/>
    </dgm:pt>
  </dgm:ptLst>
  <dgm:cxnLst>
    <dgm:cxn modelId="{05BBEB1E-7F16-9B48-B137-B2820CE23C48}" type="presOf" srcId="{4B34063F-0B00-41FD-A2D7-BC6BCCD2803B}" destId="{61107CFB-68A6-8948-BE13-3D4F1FBDF51B}" srcOrd="0" destOrd="0" presId="urn:microsoft.com/office/officeart/2016/7/layout/LinearArrowProcessNumbered"/>
    <dgm:cxn modelId="{660CEE2E-9EE4-456A-AF38-F4BA32944798}" srcId="{61D7901E-9E69-4927-8E19-022FD979E29C}" destId="{2CBCE474-3665-4D27-9444-589E7706F731}" srcOrd="1" destOrd="0" parTransId="{07FB11A0-780B-47B5-A7DC-FCBF10F4E801}" sibTransId="{7AFB15A2-00F9-4A8D-8C90-1D38A751329C}"/>
    <dgm:cxn modelId="{22503040-8EF9-439A-9720-ADF130EB6582}" srcId="{61D7901E-9E69-4927-8E19-022FD979E29C}" destId="{BC9780F8-AED3-4ED9-876F-DB3D02869351}" srcOrd="3" destOrd="0" parTransId="{1C31FC9E-5CC3-4306-AB9F-10C5461F996D}" sibTransId="{4B34063F-0B00-41FD-A2D7-BC6BCCD2803B}"/>
    <dgm:cxn modelId="{E2FC1046-715E-FE48-B204-02284C8EF446}" type="presOf" srcId="{84E41D54-9578-4A23-BEAC-7FE506525D6B}" destId="{16F95085-F599-844B-8B5F-9C5E065CD611}" srcOrd="0" destOrd="0" presId="urn:microsoft.com/office/officeart/2016/7/layout/LinearArrowProcessNumbered"/>
    <dgm:cxn modelId="{0794E679-4491-0C46-8DE0-ED4E9497B9A4}" type="presOf" srcId="{11EC874A-3BBE-466B-A37C-9FB49B275CDD}" destId="{EAD2EED5-883B-7747-9E04-C8E7E25C979F}" srcOrd="0" destOrd="0" presId="urn:microsoft.com/office/officeart/2016/7/layout/LinearArrowProcessNumbered"/>
    <dgm:cxn modelId="{7278A992-1DD7-FC41-ADAA-D443A2B99CCA}" type="presOf" srcId="{DA4E63BE-0BFD-4CEA-83B8-0039E1C6D8DD}" destId="{F3543795-33DF-D14A-A476-6E85D406E58D}" srcOrd="0" destOrd="0" presId="urn:microsoft.com/office/officeart/2016/7/layout/LinearArrowProcessNumbered"/>
    <dgm:cxn modelId="{C91E9DA4-770C-9C4F-946E-C91AAFCD7390}" type="presOf" srcId="{2CBCE474-3665-4D27-9444-589E7706F731}" destId="{776E666C-3F2A-D14D-AC22-1F2C041EFF1D}" srcOrd="0" destOrd="0" presId="urn:microsoft.com/office/officeart/2016/7/layout/LinearArrowProcessNumbered"/>
    <dgm:cxn modelId="{DFEF1DAB-5DB6-434C-93F1-6B9715F2F510}" srcId="{61D7901E-9E69-4927-8E19-022FD979E29C}" destId="{11EC874A-3BBE-466B-A37C-9FB49B275CDD}" srcOrd="0" destOrd="0" parTransId="{7E363373-8912-456B-9EB6-338DA770F2BD}" sibTransId="{DA4E63BE-0BFD-4CEA-83B8-0039E1C6D8DD}"/>
    <dgm:cxn modelId="{5F1BEDB8-1E3C-9E48-B7D7-53AE5D3446F1}" type="presOf" srcId="{61D7901E-9E69-4927-8E19-022FD979E29C}" destId="{3E752EB2-EEB8-534A-8551-DDCB29C5A8CD}" srcOrd="0" destOrd="0" presId="urn:microsoft.com/office/officeart/2016/7/layout/LinearArrowProcessNumbered"/>
    <dgm:cxn modelId="{4CF5A7C7-44BB-224D-9830-A18FF2477F8E}" type="presOf" srcId="{BC9780F8-AED3-4ED9-876F-DB3D02869351}" destId="{AAE542DB-9DA7-DF41-A0D2-AB22AEFC067B}" srcOrd="0" destOrd="0" presId="urn:microsoft.com/office/officeart/2016/7/layout/LinearArrowProcessNumbered"/>
    <dgm:cxn modelId="{5433E5D7-B22F-1D42-AD74-32DED2122277}" type="presOf" srcId="{7AFB15A2-00F9-4A8D-8C90-1D38A751329C}" destId="{F97300A9-7E5F-8C41-AFEB-1F39FACF6C83}" srcOrd="0" destOrd="0" presId="urn:microsoft.com/office/officeart/2016/7/layout/LinearArrowProcessNumbered"/>
    <dgm:cxn modelId="{28F0F3ED-B81C-A349-AC37-A39DDBAA712F}" type="presOf" srcId="{E9D683C0-51A0-4C0A-89A4-7076982C21B6}" destId="{4A7A256F-381D-6A43-BFAF-26280C3EAAAC}" srcOrd="0" destOrd="0" presId="urn:microsoft.com/office/officeart/2016/7/layout/LinearArrowProcessNumbered"/>
    <dgm:cxn modelId="{5A0E66F1-37AF-4BCA-8245-955394B200C3}" srcId="{61D7901E-9E69-4927-8E19-022FD979E29C}" destId="{E9D683C0-51A0-4C0A-89A4-7076982C21B6}" srcOrd="2" destOrd="0" parTransId="{C1F891F8-D726-4D08-8503-2AD2C4A66C43}" sibTransId="{84E41D54-9578-4A23-BEAC-7FE506525D6B}"/>
    <dgm:cxn modelId="{82FD0D0B-4A7A-F249-A33D-E08147F51D08}" type="presParOf" srcId="{3E752EB2-EEB8-534A-8551-DDCB29C5A8CD}" destId="{D95A6E43-C222-0D45-87A1-D23252BC338E}" srcOrd="0" destOrd="0" presId="urn:microsoft.com/office/officeart/2016/7/layout/LinearArrowProcessNumbered"/>
    <dgm:cxn modelId="{A13BEC46-A0B5-7A42-83B0-679FFAEAB8A4}" type="presParOf" srcId="{D95A6E43-C222-0D45-87A1-D23252BC338E}" destId="{1D4F197A-E9BC-A148-994F-9A142B4E6030}" srcOrd="0" destOrd="0" presId="urn:microsoft.com/office/officeart/2016/7/layout/LinearArrowProcessNumbered"/>
    <dgm:cxn modelId="{2989EDCE-31A6-CB4D-B9C4-42A666719572}" type="presParOf" srcId="{D95A6E43-C222-0D45-87A1-D23252BC338E}" destId="{F6282520-7602-C140-BBBB-FC36F921DFE8}" srcOrd="1" destOrd="0" presId="urn:microsoft.com/office/officeart/2016/7/layout/LinearArrowProcessNumbered"/>
    <dgm:cxn modelId="{42E07C13-7CE3-B74A-83A2-CC34CE7DD5C2}" type="presParOf" srcId="{F6282520-7602-C140-BBBB-FC36F921DFE8}" destId="{47CA2DF5-EB0D-E448-99D6-DB79546F2BC0}" srcOrd="0" destOrd="0" presId="urn:microsoft.com/office/officeart/2016/7/layout/LinearArrowProcessNumbered"/>
    <dgm:cxn modelId="{6BC216BE-EFEC-D54E-9860-3C87DFB59563}" type="presParOf" srcId="{F6282520-7602-C140-BBBB-FC36F921DFE8}" destId="{5A91DDF9-F95E-7E43-BC89-3FBFC5A97938}" srcOrd="1" destOrd="0" presId="urn:microsoft.com/office/officeart/2016/7/layout/LinearArrowProcessNumbered"/>
    <dgm:cxn modelId="{8B70FFE8-100B-0C48-969A-54F86C9C0C33}" type="presParOf" srcId="{F6282520-7602-C140-BBBB-FC36F921DFE8}" destId="{F3543795-33DF-D14A-A476-6E85D406E58D}" srcOrd="2" destOrd="0" presId="urn:microsoft.com/office/officeart/2016/7/layout/LinearArrowProcessNumbered"/>
    <dgm:cxn modelId="{DDDE538C-91E7-094D-90D0-782F3B10B97F}" type="presParOf" srcId="{F6282520-7602-C140-BBBB-FC36F921DFE8}" destId="{BB72DD9C-1F66-1247-94EF-BE440D094CBE}" srcOrd="3" destOrd="0" presId="urn:microsoft.com/office/officeart/2016/7/layout/LinearArrowProcessNumbered"/>
    <dgm:cxn modelId="{3C366B33-6776-D64D-AEF6-19DFA14F3172}" type="presParOf" srcId="{D95A6E43-C222-0D45-87A1-D23252BC338E}" destId="{EAD2EED5-883B-7747-9E04-C8E7E25C979F}" srcOrd="2" destOrd="0" presId="urn:microsoft.com/office/officeart/2016/7/layout/LinearArrowProcessNumbered"/>
    <dgm:cxn modelId="{FA5ED55F-C7D4-A849-B0D9-A508DA1AB7D4}" type="presParOf" srcId="{3E752EB2-EEB8-534A-8551-DDCB29C5A8CD}" destId="{CE0DB607-AE61-FE4E-BEEF-7BA28558670A}" srcOrd="1" destOrd="0" presId="urn:microsoft.com/office/officeart/2016/7/layout/LinearArrowProcessNumbered"/>
    <dgm:cxn modelId="{B28BE636-97E7-0D43-909C-96D66FF53BEB}" type="presParOf" srcId="{3E752EB2-EEB8-534A-8551-DDCB29C5A8CD}" destId="{25A4DF0F-97D1-524F-A95D-1500B932FD57}" srcOrd="2" destOrd="0" presId="urn:microsoft.com/office/officeart/2016/7/layout/LinearArrowProcessNumbered"/>
    <dgm:cxn modelId="{E717EF6E-09AA-AF4C-947C-BEA49DF9F8EE}" type="presParOf" srcId="{25A4DF0F-97D1-524F-A95D-1500B932FD57}" destId="{926C3638-77AF-EB44-B2AE-D42C753519BC}" srcOrd="0" destOrd="0" presId="urn:microsoft.com/office/officeart/2016/7/layout/LinearArrowProcessNumbered"/>
    <dgm:cxn modelId="{8205EE52-8B2E-7B43-997F-9F9C3592A9C6}" type="presParOf" srcId="{25A4DF0F-97D1-524F-A95D-1500B932FD57}" destId="{C57384E8-1872-9F40-B03A-8CAA02AD92ED}" srcOrd="1" destOrd="0" presId="urn:microsoft.com/office/officeart/2016/7/layout/LinearArrowProcessNumbered"/>
    <dgm:cxn modelId="{B6CC807C-5C55-474B-AC39-77AB732A15B9}" type="presParOf" srcId="{C57384E8-1872-9F40-B03A-8CAA02AD92ED}" destId="{010D086D-B276-1D41-BEE1-6C9796B9524A}" srcOrd="0" destOrd="0" presId="urn:microsoft.com/office/officeart/2016/7/layout/LinearArrowProcessNumbered"/>
    <dgm:cxn modelId="{E26C7881-6396-BB42-8C22-D08C89DB209A}" type="presParOf" srcId="{C57384E8-1872-9F40-B03A-8CAA02AD92ED}" destId="{35BAC1C4-A4B4-D243-AD3B-825C1A7E1F5C}" srcOrd="1" destOrd="0" presId="urn:microsoft.com/office/officeart/2016/7/layout/LinearArrowProcessNumbered"/>
    <dgm:cxn modelId="{B8A40362-C0E7-F14A-8E2C-E2359788D2D6}" type="presParOf" srcId="{C57384E8-1872-9F40-B03A-8CAA02AD92ED}" destId="{F97300A9-7E5F-8C41-AFEB-1F39FACF6C83}" srcOrd="2" destOrd="0" presId="urn:microsoft.com/office/officeart/2016/7/layout/LinearArrowProcessNumbered"/>
    <dgm:cxn modelId="{37E19909-E3BA-4A48-B8AF-D25EA27AB8E2}" type="presParOf" srcId="{C57384E8-1872-9F40-B03A-8CAA02AD92ED}" destId="{EB8B1657-9466-A348-8BBD-045BBF4AC3F2}" srcOrd="3" destOrd="0" presId="urn:microsoft.com/office/officeart/2016/7/layout/LinearArrowProcessNumbered"/>
    <dgm:cxn modelId="{8373D0DE-826B-9540-BF4E-28A2E592ABFA}" type="presParOf" srcId="{25A4DF0F-97D1-524F-A95D-1500B932FD57}" destId="{776E666C-3F2A-D14D-AC22-1F2C041EFF1D}" srcOrd="2" destOrd="0" presId="urn:microsoft.com/office/officeart/2016/7/layout/LinearArrowProcessNumbered"/>
    <dgm:cxn modelId="{68AEBC90-0BB4-8F44-9689-E601A5269F36}" type="presParOf" srcId="{3E752EB2-EEB8-534A-8551-DDCB29C5A8CD}" destId="{B0B648F1-459B-DD4C-8667-0F338666B4AE}" srcOrd="3" destOrd="0" presId="urn:microsoft.com/office/officeart/2016/7/layout/LinearArrowProcessNumbered"/>
    <dgm:cxn modelId="{1D40B9D9-B247-AE49-92F2-A4FBD9355D69}" type="presParOf" srcId="{3E752EB2-EEB8-534A-8551-DDCB29C5A8CD}" destId="{B261FB4A-EE60-D94B-B67F-683FADFBFF78}" srcOrd="4" destOrd="0" presId="urn:microsoft.com/office/officeart/2016/7/layout/LinearArrowProcessNumbered"/>
    <dgm:cxn modelId="{38A06FD1-281D-6F44-A82E-D8B3A7A8B5F5}" type="presParOf" srcId="{B261FB4A-EE60-D94B-B67F-683FADFBFF78}" destId="{21335F8E-5512-2843-BCD3-EF8D57CF2E5A}" srcOrd="0" destOrd="0" presId="urn:microsoft.com/office/officeart/2016/7/layout/LinearArrowProcessNumbered"/>
    <dgm:cxn modelId="{716A89B5-4467-CF47-A453-875ADE82B9F5}" type="presParOf" srcId="{B261FB4A-EE60-D94B-B67F-683FADFBFF78}" destId="{56C271E9-B78B-AA4C-BE7D-C8F114587C2D}" srcOrd="1" destOrd="0" presId="urn:microsoft.com/office/officeart/2016/7/layout/LinearArrowProcessNumbered"/>
    <dgm:cxn modelId="{6777F4A3-2818-3342-84FF-91A05BC92F73}" type="presParOf" srcId="{56C271E9-B78B-AA4C-BE7D-C8F114587C2D}" destId="{9D3E7DFC-DB9D-ED43-9DE0-7936BA4DF75C}" srcOrd="0" destOrd="0" presId="urn:microsoft.com/office/officeart/2016/7/layout/LinearArrowProcessNumbered"/>
    <dgm:cxn modelId="{46AFC81F-DB9F-C345-A2E2-9E816E897350}" type="presParOf" srcId="{56C271E9-B78B-AA4C-BE7D-C8F114587C2D}" destId="{3FE53A7D-FE36-5147-95DF-0766C95C878D}" srcOrd="1" destOrd="0" presId="urn:microsoft.com/office/officeart/2016/7/layout/LinearArrowProcessNumbered"/>
    <dgm:cxn modelId="{C5CA48B1-CADA-EA45-A4E2-70A99F68688F}" type="presParOf" srcId="{56C271E9-B78B-AA4C-BE7D-C8F114587C2D}" destId="{16F95085-F599-844B-8B5F-9C5E065CD611}" srcOrd="2" destOrd="0" presId="urn:microsoft.com/office/officeart/2016/7/layout/LinearArrowProcessNumbered"/>
    <dgm:cxn modelId="{0BF62445-FB08-FE4D-A31D-8CACF6E333AF}" type="presParOf" srcId="{56C271E9-B78B-AA4C-BE7D-C8F114587C2D}" destId="{31080317-FBBF-654B-8DEB-226DFB393DA4}" srcOrd="3" destOrd="0" presId="urn:microsoft.com/office/officeart/2016/7/layout/LinearArrowProcessNumbered"/>
    <dgm:cxn modelId="{03D7C86C-9B9D-B44B-A7E0-E1E64CD37E1F}" type="presParOf" srcId="{B261FB4A-EE60-D94B-B67F-683FADFBFF78}" destId="{4A7A256F-381D-6A43-BFAF-26280C3EAAAC}" srcOrd="2" destOrd="0" presId="urn:microsoft.com/office/officeart/2016/7/layout/LinearArrowProcessNumbered"/>
    <dgm:cxn modelId="{A5CF454E-38E6-ED4E-A8D6-FDB332C26AB0}" type="presParOf" srcId="{3E752EB2-EEB8-534A-8551-DDCB29C5A8CD}" destId="{7D6249F0-4372-AC4A-83A6-508212565351}" srcOrd="5" destOrd="0" presId="urn:microsoft.com/office/officeart/2016/7/layout/LinearArrowProcessNumbered"/>
    <dgm:cxn modelId="{5D6A8623-EBD7-4E43-AA9E-4EC8F077BBD8}" type="presParOf" srcId="{3E752EB2-EEB8-534A-8551-DDCB29C5A8CD}" destId="{9E0C11DB-D337-3D4A-A323-6D3156CE9927}" srcOrd="6" destOrd="0" presId="urn:microsoft.com/office/officeart/2016/7/layout/LinearArrowProcessNumbered"/>
    <dgm:cxn modelId="{946015FA-F4E4-3B4B-BDB9-1A32B60E98E8}" type="presParOf" srcId="{9E0C11DB-D337-3D4A-A323-6D3156CE9927}" destId="{DB4E9FBC-5610-5A43-84D1-35D5E7C445F0}" srcOrd="0" destOrd="0" presId="urn:microsoft.com/office/officeart/2016/7/layout/LinearArrowProcessNumbered"/>
    <dgm:cxn modelId="{69557FBD-3F5C-734A-8602-10C5FC63978A}" type="presParOf" srcId="{9E0C11DB-D337-3D4A-A323-6D3156CE9927}" destId="{F2D80558-6BBF-1A4A-928F-ED7C9FAB8A20}" srcOrd="1" destOrd="0" presId="urn:microsoft.com/office/officeart/2016/7/layout/LinearArrowProcessNumbered"/>
    <dgm:cxn modelId="{75E22794-A843-4C4F-B36E-FC2B141ED2AC}" type="presParOf" srcId="{F2D80558-6BBF-1A4A-928F-ED7C9FAB8A20}" destId="{A6227B95-E7BE-5847-BA90-C9C855AE44F3}" srcOrd="0" destOrd="0" presId="urn:microsoft.com/office/officeart/2016/7/layout/LinearArrowProcessNumbered"/>
    <dgm:cxn modelId="{B1E0EF91-7269-9843-8E3D-163B7CDEDC94}" type="presParOf" srcId="{F2D80558-6BBF-1A4A-928F-ED7C9FAB8A20}" destId="{DEBBBA90-3D6E-D34A-9701-6BFCE37FBFC1}" srcOrd="1" destOrd="0" presId="urn:microsoft.com/office/officeart/2016/7/layout/LinearArrowProcessNumbered"/>
    <dgm:cxn modelId="{26CC86FB-9A3C-244E-BF52-A4582BFB5478}" type="presParOf" srcId="{F2D80558-6BBF-1A4A-928F-ED7C9FAB8A20}" destId="{61107CFB-68A6-8948-BE13-3D4F1FBDF51B}" srcOrd="2" destOrd="0" presId="urn:microsoft.com/office/officeart/2016/7/layout/LinearArrowProcessNumbered"/>
    <dgm:cxn modelId="{8344F0D8-6686-BB46-AD1A-2FC195489665}" type="presParOf" srcId="{F2D80558-6BBF-1A4A-928F-ED7C9FAB8A20}" destId="{6952E1CC-6D36-7247-AC87-18A38DAB744C}" srcOrd="3" destOrd="0" presId="urn:microsoft.com/office/officeart/2016/7/layout/LinearArrowProcessNumbered"/>
    <dgm:cxn modelId="{B21C3B31-0F69-3C44-A097-01D9B05BAF11}" type="presParOf" srcId="{9E0C11DB-D337-3D4A-A323-6D3156CE9927}" destId="{AAE542DB-9DA7-DF41-A0D2-AB22AEFC067B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9D21A33-4070-43F9-947D-46D356E0EA82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E898ACB1-D30F-435E-8907-2E0E6610928B}">
      <dgm:prSet/>
      <dgm:spPr/>
      <dgm:t>
        <a:bodyPr/>
        <a:lstStyle/>
        <a:p>
          <a:pPr>
            <a:defRPr cap="all"/>
          </a:pPr>
          <a:r>
            <a:rPr lang="en-US"/>
            <a:t>• Short &amp; Clustered: Duration &lt; 0.15 hr and high cluster density</a:t>
          </a:r>
        </a:p>
      </dgm:t>
    </dgm:pt>
    <dgm:pt modelId="{D565B936-70C1-499D-97BB-7E937E30A67B}" type="parTrans" cxnId="{48815160-EA11-43B4-B7DA-FE1DFE55A9BF}">
      <dgm:prSet/>
      <dgm:spPr/>
      <dgm:t>
        <a:bodyPr/>
        <a:lstStyle/>
        <a:p>
          <a:endParaRPr lang="en-US"/>
        </a:p>
      </dgm:t>
    </dgm:pt>
    <dgm:pt modelId="{314692E7-BC18-458D-BF0C-77D844792730}" type="sibTrans" cxnId="{48815160-EA11-43B4-B7DA-FE1DFE55A9BF}">
      <dgm:prSet/>
      <dgm:spPr/>
      <dgm:t>
        <a:bodyPr/>
        <a:lstStyle/>
        <a:p>
          <a:endParaRPr lang="en-US"/>
        </a:p>
      </dgm:t>
    </dgm:pt>
    <dgm:pt modelId="{AADB721C-18AD-428B-827B-76FFC429FF4C}">
      <dgm:prSet/>
      <dgm:spPr/>
      <dgm:t>
        <a:bodyPr/>
        <a:lstStyle/>
        <a:p>
          <a:pPr>
            <a:defRPr cap="all"/>
          </a:pPr>
          <a:r>
            <a:rPr lang="en-US"/>
            <a:t>• Unrealistic Speed: Speed &gt; 35 knots</a:t>
          </a:r>
        </a:p>
      </dgm:t>
    </dgm:pt>
    <dgm:pt modelId="{75F57424-8E2C-46D1-8A87-224D79CB48DE}" type="parTrans" cxnId="{5E9F6655-4B7F-4E40-9986-E4E235C1AE28}">
      <dgm:prSet/>
      <dgm:spPr/>
      <dgm:t>
        <a:bodyPr/>
        <a:lstStyle/>
        <a:p>
          <a:endParaRPr lang="en-US"/>
        </a:p>
      </dgm:t>
    </dgm:pt>
    <dgm:pt modelId="{51E2DAFB-632B-4B54-8905-AAE25CA53E50}" type="sibTrans" cxnId="{5E9F6655-4B7F-4E40-9986-E4E235C1AE28}">
      <dgm:prSet/>
      <dgm:spPr/>
      <dgm:t>
        <a:bodyPr/>
        <a:lstStyle/>
        <a:p>
          <a:endParaRPr lang="en-US"/>
        </a:p>
      </dgm:t>
    </dgm:pt>
    <dgm:pt modelId="{F999489A-7373-4864-97DF-D9254921E4D7}">
      <dgm:prSet/>
      <dgm:spPr/>
      <dgm:t>
        <a:bodyPr/>
        <a:lstStyle/>
        <a:p>
          <a:pPr>
            <a:defRPr cap="all"/>
          </a:pPr>
          <a:r>
            <a:rPr lang="en-US"/>
            <a:t>• Excessive Movement: Distance &gt; 1 NM and duration &lt; 0.5 hr</a:t>
          </a:r>
        </a:p>
      </dgm:t>
    </dgm:pt>
    <dgm:pt modelId="{D083FBE0-8ABB-42F5-8C5D-DD94680A454C}" type="parTrans" cxnId="{7B21C5C9-E195-4C70-BB47-DA8BBAC3243A}">
      <dgm:prSet/>
      <dgm:spPr/>
      <dgm:t>
        <a:bodyPr/>
        <a:lstStyle/>
        <a:p>
          <a:endParaRPr lang="en-US"/>
        </a:p>
      </dgm:t>
    </dgm:pt>
    <dgm:pt modelId="{56D16C53-4C8B-43B3-B3AE-D2CB36E5D103}" type="sibTrans" cxnId="{7B21C5C9-E195-4C70-BB47-DA8BBAC3243A}">
      <dgm:prSet/>
      <dgm:spPr/>
      <dgm:t>
        <a:bodyPr/>
        <a:lstStyle/>
        <a:p>
          <a:endParaRPr lang="en-US"/>
        </a:p>
      </dgm:t>
    </dgm:pt>
    <dgm:pt modelId="{9F4E5192-EBC1-4BAA-BFFA-8B2841F01FEB}">
      <dgm:prSet/>
      <dgm:spPr/>
      <dgm:t>
        <a:bodyPr/>
        <a:lstStyle/>
        <a:p>
          <a:pPr>
            <a:defRPr cap="all"/>
          </a:pPr>
          <a:r>
            <a:rPr lang="en-US"/>
            <a:t>• Multi-flag rule: ≥2 conditions required to flag as jamming</a:t>
          </a:r>
        </a:p>
      </dgm:t>
    </dgm:pt>
    <dgm:pt modelId="{680316C7-11DF-4925-9718-3DB9565F5779}" type="parTrans" cxnId="{8F69B0AA-BD18-4077-B739-A7C7B4770221}">
      <dgm:prSet/>
      <dgm:spPr/>
      <dgm:t>
        <a:bodyPr/>
        <a:lstStyle/>
        <a:p>
          <a:endParaRPr lang="en-US"/>
        </a:p>
      </dgm:t>
    </dgm:pt>
    <dgm:pt modelId="{C6DFB8C6-B5CF-4416-B7BA-EFAAE2920A2B}" type="sibTrans" cxnId="{8F69B0AA-BD18-4077-B739-A7C7B4770221}">
      <dgm:prSet/>
      <dgm:spPr/>
      <dgm:t>
        <a:bodyPr/>
        <a:lstStyle/>
        <a:p>
          <a:endParaRPr lang="en-US"/>
        </a:p>
      </dgm:t>
    </dgm:pt>
    <dgm:pt modelId="{81561B76-A58A-4D9E-8E61-FC020D44DA6C}" type="pres">
      <dgm:prSet presAssocID="{A9D21A33-4070-43F9-947D-46D356E0EA82}" presName="root" presStyleCnt="0">
        <dgm:presLayoutVars>
          <dgm:dir/>
          <dgm:resizeHandles val="exact"/>
        </dgm:presLayoutVars>
      </dgm:prSet>
      <dgm:spPr/>
    </dgm:pt>
    <dgm:pt modelId="{17F5C5DA-C270-4492-8D28-28B9926B4A8C}" type="pres">
      <dgm:prSet presAssocID="{E898ACB1-D30F-435E-8907-2E0E6610928B}" presName="compNode" presStyleCnt="0"/>
      <dgm:spPr/>
    </dgm:pt>
    <dgm:pt modelId="{29BDE57B-C584-4D7A-86ED-4324DF3183EF}" type="pres">
      <dgm:prSet presAssocID="{E898ACB1-D30F-435E-8907-2E0E6610928B}" presName="iconBgRect" presStyleLbl="bgShp" presStyleIdx="0" presStyleCnt="4"/>
      <dgm:spPr/>
    </dgm:pt>
    <dgm:pt modelId="{FDC44442-1C64-4383-8EFE-EB59C806A275}" type="pres">
      <dgm:prSet presAssocID="{E898ACB1-D30F-435E-8907-2E0E6610928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9D314CAA-4A52-4963-A11C-B595A2F5C121}" type="pres">
      <dgm:prSet presAssocID="{E898ACB1-D30F-435E-8907-2E0E6610928B}" presName="spaceRect" presStyleCnt="0"/>
      <dgm:spPr/>
    </dgm:pt>
    <dgm:pt modelId="{80399B20-D815-4183-9E5A-4973F916638A}" type="pres">
      <dgm:prSet presAssocID="{E898ACB1-D30F-435E-8907-2E0E6610928B}" presName="textRect" presStyleLbl="revTx" presStyleIdx="0" presStyleCnt="4">
        <dgm:presLayoutVars>
          <dgm:chMax val="1"/>
          <dgm:chPref val="1"/>
        </dgm:presLayoutVars>
      </dgm:prSet>
      <dgm:spPr/>
    </dgm:pt>
    <dgm:pt modelId="{7F5525E0-37AF-4609-B3C4-D7ADADDB2836}" type="pres">
      <dgm:prSet presAssocID="{314692E7-BC18-458D-BF0C-77D844792730}" presName="sibTrans" presStyleCnt="0"/>
      <dgm:spPr/>
    </dgm:pt>
    <dgm:pt modelId="{36229643-C1DB-45CA-BBAF-729D698D6A4E}" type="pres">
      <dgm:prSet presAssocID="{AADB721C-18AD-428B-827B-76FFC429FF4C}" presName="compNode" presStyleCnt="0"/>
      <dgm:spPr/>
    </dgm:pt>
    <dgm:pt modelId="{C838D8CB-6F0C-484C-9CB0-028B2D5C4132}" type="pres">
      <dgm:prSet presAssocID="{AADB721C-18AD-428B-827B-76FFC429FF4C}" presName="iconBgRect" presStyleLbl="bgShp" presStyleIdx="1" presStyleCnt="4"/>
      <dgm:spPr/>
    </dgm:pt>
    <dgm:pt modelId="{43032856-D1DE-4B62-88F0-04D960344D43}" type="pres">
      <dgm:prSet presAssocID="{AADB721C-18AD-428B-827B-76FFC429FF4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ve"/>
        </a:ext>
      </dgm:extLst>
    </dgm:pt>
    <dgm:pt modelId="{D842F981-251D-476A-9B72-51006A5C9E3C}" type="pres">
      <dgm:prSet presAssocID="{AADB721C-18AD-428B-827B-76FFC429FF4C}" presName="spaceRect" presStyleCnt="0"/>
      <dgm:spPr/>
    </dgm:pt>
    <dgm:pt modelId="{32160A8C-5C91-4020-8778-62C327C29B5F}" type="pres">
      <dgm:prSet presAssocID="{AADB721C-18AD-428B-827B-76FFC429FF4C}" presName="textRect" presStyleLbl="revTx" presStyleIdx="1" presStyleCnt="4">
        <dgm:presLayoutVars>
          <dgm:chMax val="1"/>
          <dgm:chPref val="1"/>
        </dgm:presLayoutVars>
      </dgm:prSet>
      <dgm:spPr/>
    </dgm:pt>
    <dgm:pt modelId="{7041BF18-ABF0-4F6D-BC65-2FE949AC73A4}" type="pres">
      <dgm:prSet presAssocID="{51E2DAFB-632B-4B54-8905-AAE25CA53E50}" presName="sibTrans" presStyleCnt="0"/>
      <dgm:spPr/>
    </dgm:pt>
    <dgm:pt modelId="{F7D2987F-A956-4C8D-8528-21CFFD102711}" type="pres">
      <dgm:prSet presAssocID="{F999489A-7373-4864-97DF-D9254921E4D7}" presName="compNode" presStyleCnt="0"/>
      <dgm:spPr/>
    </dgm:pt>
    <dgm:pt modelId="{9C62F545-688C-4D2B-A661-C9734459FD42}" type="pres">
      <dgm:prSet presAssocID="{F999489A-7373-4864-97DF-D9254921E4D7}" presName="iconBgRect" presStyleLbl="bgShp" presStyleIdx="2" presStyleCnt="4"/>
      <dgm:spPr/>
    </dgm:pt>
    <dgm:pt modelId="{24CCA638-7E69-4BF9-8CB0-51928AFBDB8A}" type="pres">
      <dgm:prSet presAssocID="{F999489A-7373-4864-97DF-D9254921E4D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vron Arrows"/>
        </a:ext>
      </dgm:extLst>
    </dgm:pt>
    <dgm:pt modelId="{8D97FD49-D2B0-4DF0-9B37-3D397362BF90}" type="pres">
      <dgm:prSet presAssocID="{F999489A-7373-4864-97DF-D9254921E4D7}" presName="spaceRect" presStyleCnt="0"/>
      <dgm:spPr/>
    </dgm:pt>
    <dgm:pt modelId="{05026FB3-5F98-4894-89D0-F638AE78CDDA}" type="pres">
      <dgm:prSet presAssocID="{F999489A-7373-4864-97DF-D9254921E4D7}" presName="textRect" presStyleLbl="revTx" presStyleIdx="2" presStyleCnt="4">
        <dgm:presLayoutVars>
          <dgm:chMax val="1"/>
          <dgm:chPref val="1"/>
        </dgm:presLayoutVars>
      </dgm:prSet>
      <dgm:spPr/>
    </dgm:pt>
    <dgm:pt modelId="{1F33322D-ED26-47F8-8284-7645EA0804E1}" type="pres">
      <dgm:prSet presAssocID="{56D16C53-4C8B-43B3-B3AE-D2CB36E5D103}" presName="sibTrans" presStyleCnt="0"/>
      <dgm:spPr/>
    </dgm:pt>
    <dgm:pt modelId="{9F46BB49-C782-4115-B82F-B55D94157271}" type="pres">
      <dgm:prSet presAssocID="{9F4E5192-EBC1-4BAA-BFFA-8B2841F01FEB}" presName="compNode" presStyleCnt="0"/>
      <dgm:spPr/>
    </dgm:pt>
    <dgm:pt modelId="{A4C5B604-CD76-4D27-A8CF-E8DC201353B4}" type="pres">
      <dgm:prSet presAssocID="{9F4E5192-EBC1-4BAA-BFFA-8B2841F01FEB}" presName="iconBgRect" presStyleLbl="bgShp" presStyleIdx="3" presStyleCnt="4"/>
      <dgm:spPr/>
    </dgm:pt>
    <dgm:pt modelId="{E2685FB7-6228-4DB6-B0E3-68DF4FDBEAA5}" type="pres">
      <dgm:prSet presAssocID="{9F4E5192-EBC1-4BAA-BFFA-8B2841F01FE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g"/>
        </a:ext>
      </dgm:extLst>
    </dgm:pt>
    <dgm:pt modelId="{00B68B36-7A38-487A-BE60-395871CAE5C3}" type="pres">
      <dgm:prSet presAssocID="{9F4E5192-EBC1-4BAA-BFFA-8B2841F01FEB}" presName="spaceRect" presStyleCnt="0"/>
      <dgm:spPr/>
    </dgm:pt>
    <dgm:pt modelId="{BE9410E5-4A65-4F99-A3C3-9E7B54E9CD15}" type="pres">
      <dgm:prSet presAssocID="{9F4E5192-EBC1-4BAA-BFFA-8B2841F01FE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B93F403-BC7E-4311-87F4-EE1025C7BCA9}" type="presOf" srcId="{A9D21A33-4070-43F9-947D-46D356E0EA82}" destId="{81561B76-A58A-4D9E-8E61-FC020D44DA6C}" srcOrd="0" destOrd="0" presId="urn:microsoft.com/office/officeart/2018/5/layout/IconCircleLabelList"/>
    <dgm:cxn modelId="{7DDC1233-3801-4DB3-8185-0431F52597B7}" type="presOf" srcId="{9F4E5192-EBC1-4BAA-BFFA-8B2841F01FEB}" destId="{BE9410E5-4A65-4F99-A3C3-9E7B54E9CD15}" srcOrd="0" destOrd="0" presId="urn:microsoft.com/office/officeart/2018/5/layout/IconCircleLabelList"/>
    <dgm:cxn modelId="{E6191B46-2A85-4873-B613-F9C365784B83}" type="presOf" srcId="{AADB721C-18AD-428B-827B-76FFC429FF4C}" destId="{32160A8C-5C91-4020-8778-62C327C29B5F}" srcOrd="0" destOrd="0" presId="urn:microsoft.com/office/officeart/2018/5/layout/IconCircleLabelList"/>
    <dgm:cxn modelId="{5E9F6655-4B7F-4E40-9986-E4E235C1AE28}" srcId="{A9D21A33-4070-43F9-947D-46D356E0EA82}" destId="{AADB721C-18AD-428B-827B-76FFC429FF4C}" srcOrd="1" destOrd="0" parTransId="{75F57424-8E2C-46D1-8A87-224D79CB48DE}" sibTransId="{51E2DAFB-632B-4B54-8905-AAE25CA53E50}"/>
    <dgm:cxn modelId="{48815160-EA11-43B4-B7DA-FE1DFE55A9BF}" srcId="{A9D21A33-4070-43F9-947D-46D356E0EA82}" destId="{E898ACB1-D30F-435E-8907-2E0E6610928B}" srcOrd="0" destOrd="0" parTransId="{D565B936-70C1-499D-97BB-7E937E30A67B}" sibTransId="{314692E7-BC18-458D-BF0C-77D844792730}"/>
    <dgm:cxn modelId="{D93C8E76-CC6B-4E7B-B2FD-139F809D96C4}" type="presOf" srcId="{E898ACB1-D30F-435E-8907-2E0E6610928B}" destId="{80399B20-D815-4183-9E5A-4973F916638A}" srcOrd="0" destOrd="0" presId="urn:microsoft.com/office/officeart/2018/5/layout/IconCircleLabelList"/>
    <dgm:cxn modelId="{1E009CA2-E500-4C88-8E14-80BEDA085850}" type="presOf" srcId="{F999489A-7373-4864-97DF-D9254921E4D7}" destId="{05026FB3-5F98-4894-89D0-F638AE78CDDA}" srcOrd="0" destOrd="0" presId="urn:microsoft.com/office/officeart/2018/5/layout/IconCircleLabelList"/>
    <dgm:cxn modelId="{8F69B0AA-BD18-4077-B739-A7C7B4770221}" srcId="{A9D21A33-4070-43F9-947D-46D356E0EA82}" destId="{9F4E5192-EBC1-4BAA-BFFA-8B2841F01FEB}" srcOrd="3" destOrd="0" parTransId="{680316C7-11DF-4925-9718-3DB9565F5779}" sibTransId="{C6DFB8C6-B5CF-4416-B7BA-EFAAE2920A2B}"/>
    <dgm:cxn modelId="{7B21C5C9-E195-4C70-BB47-DA8BBAC3243A}" srcId="{A9D21A33-4070-43F9-947D-46D356E0EA82}" destId="{F999489A-7373-4864-97DF-D9254921E4D7}" srcOrd="2" destOrd="0" parTransId="{D083FBE0-8ABB-42F5-8C5D-DD94680A454C}" sibTransId="{56D16C53-4C8B-43B3-B3AE-D2CB36E5D103}"/>
    <dgm:cxn modelId="{446B0B11-A54F-4510-A425-D0D6AC2131F7}" type="presParOf" srcId="{81561B76-A58A-4D9E-8E61-FC020D44DA6C}" destId="{17F5C5DA-C270-4492-8D28-28B9926B4A8C}" srcOrd="0" destOrd="0" presId="urn:microsoft.com/office/officeart/2018/5/layout/IconCircleLabelList"/>
    <dgm:cxn modelId="{D3D1E491-2A51-48EE-8687-F33B60993544}" type="presParOf" srcId="{17F5C5DA-C270-4492-8D28-28B9926B4A8C}" destId="{29BDE57B-C584-4D7A-86ED-4324DF3183EF}" srcOrd="0" destOrd="0" presId="urn:microsoft.com/office/officeart/2018/5/layout/IconCircleLabelList"/>
    <dgm:cxn modelId="{4DD3E9AB-3192-4DA0-B08C-678909D9AE01}" type="presParOf" srcId="{17F5C5DA-C270-4492-8D28-28B9926B4A8C}" destId="{FDC44442-1C64-4383-8EFE-EB59C806A275}" srcOrd="1" destOrd="0" presId="urn:microsoft.com/office/officeart/2018/5/layout/IconCircleLabelList"/>
    <dgm:cxn modelId="{6CA6B82D-EF2B-4F2F-92A8-5A096DBD7B8E}" type="presParOf" srcId="{17F5C5DA-C270-4492-8D28-28B9926B4A8C}" destId="{9D314CAA-4A52-4963-A11C-B595A2F5C121}" srcOrd="2" destOrd="0" presId="urn:microsoft.com/office/officeart/2018/5/layout/IconCircleLabelList"/>
    <dgm:cxn modelId="{6B329B08-FCF0-4555-BF82-7AD0E527CAEE}" type="presParOf" srcId="{17F5C5DA-C270-4492-8D28-28B9926B4A8C}" destId="{80399B20-D815-4183-9E5A-4973F916638A}" srcOrd="3" destOrd="0" presId="urn:microsoft.com/office/officeart/2018/5/layout/IconCircleLabelList"/>
    <dgm:cxn modelId="{9B709F29-3001-423C-9912-B8AF6F29891E}" type="presParOf" srcId="{81561B76-A58A-4D9E-8E61-FC020D44DA6C}" destId="{7F5525E0-37AF-4609-B3C4-D7ADADDB2836}" srcOrd="1" destOrd="0" presId="urn:microsoft.com/office/officeart/2018/5/layout/IconCircleLabelList"/>
    <dgm:cxn modelId="{43746461-A713-4E4A-A5EA-F885076F3B36}" type="presParOf" srcId="{81561B76-A58A-4D9E-8E61-FC020D44DA6C}" destId="{36229643-C1DB-45CA-BBAF-729D698D6A4E}" srcOrd="2" destOrd="0" presId="urn:microsoft.com/office/officeart/2018/5/layout/IconCircleLabelList"/>
    <dgm:cxn modelId="{A38385C4-24A3-417E-901F-864F72537042}" type="presParOf" srcId="{36229643-C1DB-45CA-BBAF-729D698D6A4E}" destId="{C838D8CB-6F0C-484C-9CB0-028B2D5C4132}" srcOrd="0" destOrd="0" presId="urn:microsoft.com/office/officeart/2018/5/layout/IconCircleLabelList"/>
    <dgm:cxn modelId="{0092005D-843B-4A28-A9A1-851F20A27398}" type="presParOf" srcId="{36229643-C1DB-45CA-BBAF-729D698D6A4E}" destId="{43032856-D1DE-4B62-88F0-04D960344D43}" srcOrd="1" destOrd="0" presId="urn:microsoft.com/office/officeart/2018/5/layout/IconCircleLabelList"/>
    <dgm:cxn modelId="{5C91D6DB-DF17-48F1-B148-D2F10984553B}" type="presParOf" srcId="{36229643-C1DB-45CA-BBAF-729D698D6A4E}" destId="{D842F981-251D-476A-9B72-51006A5C9E3C}" srcOrd="2" destOrd="0" presId="urn:microsoft.com/office/officeart/2018/5/layout/IconCircleLabelList"/>
    <dgm:cxn modelId="{2FD93543-EF91-44C4-AED4-88B005D97D71}" type="presParOf" srcId="{36229643-C1DB-45CA-BBAF-729D698D6A4E}" destId="{32160A8C-5C91-4020-8778-62C327C29B5F}" srcOrd="3" destOrd="0" presId="urn:microsoft.com/office/officeart/2018/5/layout/IconCircleLabelList"/>
    <dgm:cxn modelId="{DFC90200-BDF2-4527-9457-1605A5C7B74B}" type="presParOf" srcId="{81561B76-A58A-4D9E-8E61-FC020D44DA6C}" destId="{7041BF18-ABF0-4F6D-BC65-2FE949AC73A4}" srcOrd="3" destOrd="0" presId="urn:microsoft.com/office/officeart/2018/5/layout/IconCircleLabelList"/>
    <dgm:cxn modelId="{C7B677C4-AA43-4057-B548-1339F292B5FB}" type="presParOf" srcId="{81561B76-A58A-4D9E-8E61-FC020D44DA6C}" destId="{F7D2987F-A956-4C8D-8528-21CFFD102711}" srcOrd="4" destOrd="0" presId="urn:microsoft.com/office/officeart/2018/5/layout/IconCircleLabelList"/>
    <dgm:cxn modelId="{BC46C6E5-9663-4D40-BD5C-620E81AE66B2}" type="presParOf" srcId="{F7D2987F-A956-4C8D-8528-21CFFD102711}" destId="{9C62F545-688C-4D2B-A661-C9734459FD42}" srcOrd="0" destOrd="0" presId="urn:microsoft.com/office/officeart/2018/5/layout/IconCircleLabelList"/>
    <dgm:cxn modelId="{00F7BD87-AA84-4B38-9A35-DCF3690D51A1}" type="presParOf" srcId="{F7D2987F-A956-4C8D-8528-21CFFD102711}" destId="{24CCA638-7E69-4BF9-8CB0-51928AFBDB8A}" srcOrd="1" destOrd="0" presId="urn:microsoft.com/office/officeart/2018/5/layout/IconCircleLabelList"/>
    <dgm:cxn modelId="{B339D32D-2E71-4F16-8FF3-3491B5188B41}" type="presParOf" srcId="{F7D2987F-A956-4C8D-8528-21CFFD102711}" destId="{8D97FD49-D2B0-4DF0-9B37-3D397362BF90}" srcOrd="2" destOrd="0" presId="urn:microsoft.com/office/officeart/2018/5/layout/IconCircleLabelList"/>
    <dgm:cxn modelId="{199BC828-7F50-4094-91DB-A0B94A0A77AA}" type="presParOf" srcId="{F7D2987F-A956-4C8D-8528-21CFFD102711}" destId="{05026FB3-5F98-4894-89D0-F638AE78CDDA}" srcOrd="3" destOrd="0" presId="urn:microsoft.com/office/officeart/2018/5/layout/IconCircleLabelList"/>
    <dgm:cxn modelId="{6353E41C-5690-4A02-8FA7-C776EC65FC3E}" type="presParOf" srcId="{81561B76-A58A-4D9E-8E61-FC020D44DA6C}" destId="{1F33322D-ED26-47F8-8284-7645EA0804E1}" srcOrd="5" destOrd="0" presId="urn:microsoft.com/office/officeart/2018/5/layout/IconCircleLabelList"/>
    <dgm:cxn modelId="{92387FC4-1DF4-42A2-A176-2DDC1E39FAA7}" type="presParOf" srcId="{81561B76-A58A-4D9E-8E61-FC020D44DA6C}" destId="{9F46BB49-C782-4115-B82F-B55D94157271}" srcOrd="6" destOrd="0" presId="urn:microsoft.com/office/officeart/2018/5/layout/IconCircleLabelList"/>
    <dgm:cxn modelId="{DCA7B90A-1B21-4EFC-B7A4-BF03F087320E}" type="presParOf" srcId="{9F46BB49-C782-4115-B82F-B55D94157271}" destId="{A4C5B604-CD76-4D27-A8CF-E8DC201353B4}" srcOrd="0" destOrd="0" presId="urn:microsoft.com/office/officeart/2018/5/layout/IconCircleLabelList"/>
    <dgm:cxn modelId="{305F5EFA-EA81-4325-A4DC-0E87B3621E41}" type="presParOf" srcId="{9F46BB49-C782-4115-B82F-B55D94157271}" destId="{E2685FB7-6228-4DB6-B0E3-68DF4FDBEAA5}" srcOrd="1" destOrd="0" presId="urn:microsoft.com/office/officeart/2018/5/layout/IconCircleLabelList"/>
    <dgm:cxn modelId="{12B62221-418F-4DBB-AA58-9277760F9838}" type="presParOf" srcId="{9F46BB49-C782-4115-B82F-B55D94157271}" destId="{00B68B36-7A38-487A-BE60-395871CAE5C3}" srcOrd="2" destOrd="0" presId="urn:microsoft.com/office/officeart/2018/5/layout/IconCircleLabelList"/>
    <dgm:cxn modelId="{DB01D7F9-6AFB-4149-B461-A74C9AABACFA}" type="presParOf" srcId="{9F46BB49-C782-4115-B82F-B55D94157271}" destId="{BE9410E5-4A65-4F99-A3C3-9E7B54E9CD1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5EDB802-BAFA-4186-B25A-2048C7388DA1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851F2079-D0C5-4AF8-A053-B3BF7F826AB8}">
      <dgm:prSet/>
      <dgm:spPr/>
      <dgm:t>
        <a:bodyPr/>
        <a:lstStyle/>
        <a:p>
          <a:r>
            <a:rPr lang="en-US"/>
            <a:t>• Most meetings last &lt;10 hours (short operational windows)</a:t>
          </a:r>
        </a:p>
      </dgm:t>
    </dgm:pt>
    <dgm:pt modelId="{6962FFEC-0CE7-4AB1-AF5A-29521ECFD7B8}" type="parTrans" cxnId="{6131BDA3-8F00-4044-9BA8-9BD8B753BA3E}">
      <dgm:prSet/>
      <dgm:spPr/>
      <dgm:t>
        <a:bodyPr/>
        <a:lstStyle/>
        <a:p>
          <a:endParaRPr lang="en-US"/>
        </a:p>
      </dgm:t>
    </dgm:pt>
    <dgm:pt modelId="{EABBB41D-87C9-4494-ACAB-FFB2ACB114FB}" type="sibTrans" cxnId="{6131BDA3-8F00-4044-9BA8-9BD8B753BA3E}">
      <dgm:prSet/>
      <dgm:spPr/>
      <dgm:t>
        <a:bodyPr/>
        <a:lstStyle/>
        <a:p>
          <a:endParaRPr lang="en-US"/>
        </a:p>
      </dgm:t>
    </dgm:pt>
    <dgm:pt modelId="{083BCA69-0830-4B3D-B3F2-B9B312F41BEF}">
      <dgm:prSet/>
      <dgm:spPr/>
      <dgm:t>
        <a:bodyPr/>
        <a:lstStyle/>
        <a:p>
          <a:r>
            <a:rPr lang="en-US"/>
            <a:t>• Most speeds &lt;30 knots; extreme outliers suggest GPS anomalies</a:t>
          </a:r>
        </a:p>
      </dgm:t>
    </dgm:pt>
    <dgm:pt modelId="{C2B250DA-32C4-49E4-82E5-530C3CF8AA45}" type="parTrans" cxnId="{8F0FF714-77FA-479F-B7FA-7ECBEF2973DA}">
      <dgm:prSet/>
      <dgm:spPr/>
      <dgm:t>
        <a:bodyPr/>
        <a:lstStyle/>
        <a:p>
          <a:endParaRPr lang="en-US"/>
        </a:p>
      </dgm:t>
    </dgm:pt>
    <dgm:pt modelId="{E11BA3DE-255C-4629-8D63-93E4106F873B}" type="sibTrans" cxnId="{8F0FF714-77FA-479F-B7FA-7ECBEF2973DA}">
      <dgm:prSet/>
      <dgm:spPr/>
      <dgm:t>
        <a:bodyPr/>
        <a:lstStyle/>
        <a:p>
          <a:endParaRPr lang="en-US"/>
        </a:p>
      </dgm:t>
    </dgm:pt>
    <dgm:pt modelId="{3FFDB059-ECFF-48A6-977E-D5323B0A90B8}">
      <dgm:prSet/>
      <dgm:spPr/>
      <dgm:t>
        <a:bodyPr/>
        <a:lstStyle/>
        <a:p>
          <a:r>
            <a:rPr lang="en-US"/>
            <a:t>• Dense coordinate clusters suggest interference hotspots</a:t>
          </a:r>
        </a:p>
      </dgm:t>
    </dgm:pt>
    <dgm:pt modelId="{F8F126C9-E542-4B0A-A79C-89B5301DD8C5}" type="parTrans" cxnId="{45F2ADC2-C70A-4EEF-B01A-7B49DBA957B8}">
      <dgm:prSet/>
      <dgm:spPr/>
      <dgm:t>
        <a:bodyPr/>
        <a:lstStyle/>
        <a:p>
          <a:endParaRPr lang="en-US"/>
        </a:p>
      </dgm:t>
    </dgm:pt>
    <dgm:pt modelId="{2592148C-BD5F-47FC-B8B6-EB02AD6D9713}" type="sibTrans" cxnId="{45F2ADC2-C70A-4EEF-B01A-7B49DBA957B8}">
      <dgm:prSet/>
      <dgm:spPr/>
      <dgm:t>
        <a:bodyPr/>
        <a:lstStyle/>
        <a:p>
          <a:endParaRPr lang="en-US"/>
        </a:p>
      </dgm:t>
    </dgm:pt>
    <dgm:pt modelId="{32F5D45B-2B12-4136-B3EF-94A0E9827066}" type="pres">
      <dgm:prSet presAssocID="{E5EDB802-BAFA-4186-B25A-2048C7388DA1}" presName="root" presStyleCnt="0">
        <dgm:presLayoutVars>
          <dgm:dir/>
          <dgm:resizeHandles val="exact"/>
        </dgm:presLayoutVars>
      </dgm:prSet>
      <dgm:spPr/>
    </dgm:pt>
    <dgm:pt modelId="{B5738EAF-0B14-452F-82E9-BF3E35A7CCAA}" type="pres">
      <dgm:prSet presAssocID="{851F2079-D0C5-4AF8-A053-B3BF7F826AB8}" presName="compNode" presStyleCnt="0"/>
      <dgm:spPr/>
    </dgm:pt>
    <dgm:pt modelId="{30CB806B-EA33-4831-8842-42D92FE8C84A}" type="pres">
      <dgm:prSet presAssocID="{851F2079-D0C5-4AF8-A053-B3BF7F826AB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064058A2-9A02-45E9-AA76-3CA42C6D0153}" type="pres">
      <dgm:prSet presAssocID="{851F2079-D0C5-4AF8-A053-B3BF7F826AB8}" presName="spaceRect" presStyleCnt="0"/>
      <dgm:spPr/>
    </dgm:pt>
    <dgm:pt modelId="{CAA80E48-4200-4560-B254-C059D3032C7E}" type="pres">
      <dgm:prSet presAssocID="{851F2079-D0C5-4AF8-A053-B3BF7F826AB8}" presName="textRect" presStyleLbl="revTx" presStyleIdx="0" presStyleCnt="3">
        <dgm:presLayoutVars>
          <dgm:chMax val="1"/>
          <dgm:chPref val="1"/>
        </dgm:presLayoutVars>
      </dgm:prSet>
      <dgm:spPr/>
    </dgm:pt>
    <dgm:pt modelId="{56D4B8B1-F6BC-43B7-9051-7920ABD8F7E7}" type="pres">
      <dgm:prSet presAssocID="{EABBB41D-87C9-4494-ACAB-FFB2ACB114FB}" presName="sibTrans" presStyleCnt="0"/>
      <dgm:spPr/>
    </dgm:pt>
    <dgm:pt modelId="{022EF0CB-C4C3-49B3-848E-F466A1EA38DF}" type="pres">
      <dgm:prSet presAssocID="{083BCA69-0830-4B3D-B3F2-B9B312F41BEF}" presName="compNode" presStyleCnt="0"/>
      <dgm:spPr/>
    </dgm:pt>
    <dgm:pt modelId="{E8CC9C3B-652A-4B4A-87E7-7D049A2EEA64}" type="pres">
      <dgm:prSet presAssocID="{083BCA69-0830-4B3D-B3F2-B9B312F41BE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house scene"/>
        </a:ext>
      </dgm:extLst>
    </dgm:pt>
    <dgm:pt modelId="{1E81BE02-540F-4A89-AA26-D7F4EB144AA0}" type="pres">
      <dgm:prSet presAssocID="{083BCA69-0830-4B3D-B3F2-B9B312F41BEF}" presName="spaceRect" presStyleCnt="0"/>
      <dgm:spPr/>
    </dgm:pt>
    <dgm:pt modelId="{531712B6-26B7-4C40-977A-67057BB10921}" type="pres">
      <dgm:prSet presAssocID="{083BCA69-0830-4B3D-B3F2-B9B312F41BEF}" presName="textRect" presStyleLbl="revTx" presStyleIdx="1" presStyleCnt="3">
        <dgm:presLayoutVars>
          <dgm:chMax val="1"/>
          <dgm:chPref val="1"/>
        </dgm:presLayoutVars>
      </dgm:prSet>
      <dgm:spPr/>
    </dgm:pt>
    <dgm:pt modelId="{BDDB804C-536E-4BC2-854B-2C3DF8C9D9B1}" type="pres">
      <dgm:prSet presAssocID="{E11BA3DE-255C-4629-8D63-93E4106F873B}" presName="sibTrans" presStyleCnt="0"/>
      <dgm:spPr/>
    </dgm:pt>
    <dgm:pt modelId="{E31557CE-ADFA-42CC-ACF3-3BDADD923AE5}" type="pres">
      <dgm:prSet presAssocID="{3FFDB059-ECFF-48A6-977E-D5323B0A90B8}" presName="compNode" presStyleCnt="0"/>
      <dgm:spPr/>
    </dgm:pt>
    <dgm:pt modelId="{39A19C61-12B7-421A-95EB-87E7DB1A683B}" type="pres">
      <dgm:prSet presAssocID="{3FFDB059-ECFF-48A6-977E-D5323B0A90B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6252D4B-FA89-4486-85C5-32FDF7098718}" type="pres">
      <dgm:prSet presAssocID="{3FFDB059-ECFF-48A6-977E-D5323B0A90B8}" presName="spaceRect" presStyleCnt="0"/>
      <dgm:spPr/>
    </dgm:pt>
    <dgm:pt modelId="{639C8528-8533-4875-8B48-443AE2E5ADB1}" type="pres">
      <dgm:prSet presAssocID="{3FFDB059-ECFF-48A6-977E-D5323B0A90B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F0FF714-77FA-479F-B7FA-7ECBEF2973DA}" srcId="{E5EDB802-BAFA-4186-B25A-2048C7388DA1}" destId="{083BCA69-0830-4B3D-B3F2-B9B312F41BEF}" srcOrd="1" destOrd="0" parTransId="{C2B250DA-32C4-49E4-82E5-530C3CF8AA45}" sibTransId="{E11BA3DE-255C-4629-8D63-93E4106F873B}"/>
    <dgm:cxn modelId="{E0FF3F4F-C1FD-450C-AD79-18568948B23D}" type="presOf" srcId="{851F2079-D0C5-4AF8-A053-B3BF7F826AB8}" destId="{CAA80E48-4200-4560-B254-C059D3032C7E}" srcOrd="0" destOrd="0" presId="urn:microsoft.com/office/officeart/2018/2/layout/IconLabelList"/>
    <dgm:cxn modelId="{B2580D83-C05B-454A-9D02-8DB8DB43B9E7}" type="presOf" srcId="{E5EDB802-BAFA-4186-B25A-2048C7388DA1}" destId="{32F5D45B-2B12-4136-B3EF-94A0E9827066}" srcOrd="0" destOrd="0" presId="urn:microsoft.com/office/officeart/2018/2/layout/IconLabelList"/>
    <dgm:cxn modelId="{5E93F696-0DE1-4775-871B-3C8416BDBF29}" type="presOf" srcId="{083BCA69-0830-4B3D-B3F2-B9B312F41BEF}" destId="{531712B6-26B7-4C40-977A-67057BB10921}" srcOrd="0" destOrd="0" presId="urn:microsoft.com/office/officeart/2018/2/layout/IconLabelList"/>
    <dgm:cxn modelId="{6131BDA3-8F00-4044-9BA8-9BD8B753BA3E}" srcId="{E5EDB802-BAFA-4186-B25A-2048C7388DA1}" destId="{851F2079-D0C5-4AF8-A053-B3BF7F826AB8}" srcOrd="0" destOrd="0" parTransId="{6962FFEC-0CE7-4AB1-AF5A-29521ECFD7B8}" sibTransId="{EABBB41D-87C9-4494-ACAB-FFB2ACB114FB}"/>
    <dgm:cxn modelId="{32F915C1-5424-4427-AA93-A1B0586F4930}" type="presOf" srcId="{3FFDB059-ECFF-48A6-977E-D5323B0A90B8}" destId="{639C8528-8533-4875-8B48-443AE2E5ADB1}" srcOrd="0" destOrd="0" presId="urn:microsoft.com/office/officeart/2018/2/layout/IconLabelList"/>
    <dgm:cxn modelId="{45F2ADC2-C70A-4EEF-B01A-7B49DBA957B8}" srcId="{E5EDB802-BAFA-4186-B25A-2048C7388DA1}" destId="{3FFDB059-ECFF-48A6-977E-D5323B0A90B8}" srcOrd="2" destOrd="0" parTransId="{F8F126C9-E542-4B0A-A79C-89B5301DD8C5}" sibTransId="{2592148C-BD5F-47FC-B8B6-EB02AD6D9713}"/>
    <dgm:cxn modelId="{6B1A00FD-3019-4DB4-BA48-92C9902F2AA5}" type="presParOf" srcId="{32F5D45B-2B12-4136-B3EF-94A0E9827066}" destId="{B5738EAF-0B14-452F-82E9-BF3E35A7CCAA}" srcOrd="0" destOrd="0" presId="urn:microsoft.com/office/officeart/2018/2/layout/IconLabelList"/>
    <dgm:cxn modelId="{83B2DBF1-261B-4A22-AF06-C7488933447E}" type="presParOf" srcId="{B5738EAF-0B14-452F-82E9-BF3E35A7CCAA}" destId="{30CB806B-EA33-4831-8842-42D92FE8C84A}" srcOrd="0" destOrd="0" presId="urn:microsoft.com/office/officeart/2018/2/layout/IconLabelList"/>
    <dgm:cxn modelId="{0348E217-8BF2-4586-ACE0-1063B72C32BB}" type="presParOf" srcId="{B5738EAF-0B14-452F-82E9-BF3E35A7CCAA}" destId="{064058A2-9A02-45E9-AA76-3CA42C6D0153}" srcOrd="1" destOrd="0" presId="urn:microsoft.com/office/officeart/2018/2/layout/IconLabelList"/>
    <dgm:cxn modelId="{E4FA4408-A38D-4846-BE7D-ECC0007FB9FA}" type="presParOf" srcId="{B5738EAF-0B14-452F-82E9-BF3E35A7CCAA}" destId="{CAA80E48-4200-4560-B254-C059D3032C7E}" srcOrd="2" destOrd="0" presId="urn:microsoft.com/office/officeart/2018/2/layout/IconLabelList"/>
    <dgm:cxn modelId="{5BB6F4DC-8371-4A3C-ABA7-AD857816F332}" type="presParOf" srcId="{32F5D45B-2B12-4136-B3EF-94A0E9827066}" destId="{56D4B8B1-F6BC-43B7-9051-7920ABD8F7E7}" srcOrd="1" destOrd="0" presId="urn:microsoft.com/office/officeart/2018/2/layout/IconLabelList"/>
    <dgm:cxn modelId="{EAA7B038-FD3C-46AE-B9EF-3721B034D4A6}" type="presParOf" srcId="{32F5D45B-2B12-4136-B3EF-94A0E9827066}" destId="{022EF0CB-C4C3-49B3-848E-F466A1EA38DF}" srcOrd="2" destOrd="0" presId="urn:microsoft.com/office/officeart/2018/2/layout/IconLabelList"/>
    <dgm:cxn modelId="{67A13404-6447-4022-A6FD-19B27DE0D1DE}" type="presParOf" srcId="{022EF0CB-C4C3-49B3-848E-F466A1EA38DF}" destId="{E8CC9C3B-652A-4B4A-87E7-7D049A2EEA64}" srcOrd="0" destOrd="0" presId="urn:microsoft.com/office/officeart/2018/2/layout/IconLabelList"/>
    <dgm:cxn modelId="{F3C44B5A-9555-478C-BB21-BF01A2CA5AA1}" type="presParOf" srcId="{022EF0CB-C4C3-49B3-848E-F466A1EA38DF}" destId="{1E81BE02-540F-4A89-AA26-D7F4EB144AA0}" srcOrd="1" destOrd="0" presId="urn:microsoft.com/office/officeart/2018/2/layout/IconLabelList"/>
    <dgm:cxn modelId="{36EDE041-D114-468D-836B-102929074926}" type="presParOf" srcId="{022EF0CB-C4C3-49B3-848E-F466A1EA38DF}" destId="{531712B6-26B7-4C40-977A-67057BB10921}" srcOrd="2" destOrd="0" presId="urn:microsoft.com/office/officeart/2018/2/layout/IconLabelList"/>
    <dgm:cxn modelId="{CD14F8AC-9D23-41E7-82BC-F8519B1C3530}" type="presParOf" srcId="{32F5D45B-2B12-4136-B3EF-94A0E9827066}" destId="{BDDB804C-536E-4BC2-854B-2C3DF8C9D9B1}" srcOrd="3" destOrd="0" presId="urn:microsoft.com/office/officeart/2018/2/layout/IconLabelList"/>
    <dgm:cxn modelId="{CA5A3544-180A-44DD-B031-4121793760D4}" type="presParOf" srcId="{32F5D45B-2B12-4136-B3EF-94A0E9827066}" destId="{E31557CE-ADFA-42CC-ACF3-3BDADD923AE5}" srcOrd="4" destOrd="0" presId="urn:microsoft.com/office/officeart/2018/2/layout/IconLabelList"/>
    <dgm:cxn modelId="{D4AC0A3E-DE3B-43AC-A82A-6AA0F652BE9A}" type="presParOf" srcId="{E31557CE-ADFA-42CC-ACF3-3BDADD923AE5}" destId="{39A19C61-12B7-421A-95EB-87E7DB1A683B}" srcOrd="0" destOrd="0" presId="urn:microsoft.com/office/officeart/2018/2/layout/IconLabelList"/>
    <dgm:cxn modelId="{75240ADA-F4BE-48C7-8336-D5127A8A7BD9}" type="presParOf" srcId="{E31557CE-ADFA-42CC-ACF3-3BDADD923AE5}" destId="{86252D4B-FA89-4486-85C5-32FDF7098718}" srcOrd="1" destOrd="0" presId="urn:microsoft.com/office/officeart/2018/2/layout/IconLabelList"/>
    <dgm:cxn modelId="{DD77FFBD-F966-42DA-8F68-931CA3B11969}" type="presParOf" srcId="{E31557CE-ADFA-42CC-ACF3-3BDADD923AE5}" destId="{639C8528-8533-4875-8B48-443AE2E5ADB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E88BA11-F321-40C1-A074-515ABDF07F7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2FC625C-1A20-4D96-AA3E-5616CE481D1B}">
      <dgm:prSet/>
      <dgm:spPr/>
      <dgm:t>
        <a:bodyPr/>
        <a:lstStyle/>
        <a:p>
          <a:r>
            <a:rPr lang="en-US"/>
            <a:t>• 0.69% of meetings flagged as potential jamming (~490 events)</a:t>
          </a:r>
        </a:p>
      </dgm:t>
    </dgm:pt>
    <dgm:pt modelId="{1437D0E0-5501-4E15-9487-25E91BCC3167}" type="parTrans" cxnId="{EA072B4B-661E-467B-86CB-68A4BC8DB688}">
      <dgm:prSet/>
      <dgm:spPr/>
      <dgm:t>
        <a:bodyPr/>
        <a:lstStyle/>
        <a:p>
          <a:endParaRPr lang="en-US"/>
        </a:p>
      </dgm:t>
    </dgm:pt>
    <dgm:pt modelId="{922A902E-004E-4FC4-BAA4-AA678DD50FD3}" type="sibTrans" cxnId="{EA072B4B-661E-467B-86CB-68A4BC8DB688}">
      <dgm:prSet/>
      <dgm:spPr/>
      <dgm:t>
        <a:bodyPr/>
        <a:lstStyle/>
        <a:p>
          <a:endParaRPr lang="en-US"/>
        </a:p>
      </dgm:t>
    </dgm:pt>
    <dgm:pt modelId="{AC5EC49B-AFA8-4BFD-A1E0-05FC73A55813}">
      <dgm:prSet/>
      <dgm:spPr/>
      <dgm:t>
        <a:bodyPr/>
        <a:lstStyle/>
        <a:p>
          <a:r>
            <a:rPr lang="en-US"/>
            <a:t>• Main trigger: Unrealistic Speed</a:t>
          </a:r>
        </a:p>
      </dgm:t>
    </dgm:pt>
    <dgm:pt modelId="{A2099336-3676-4C79-80BE-A73E37E84D96}" type="parTrans" cxnId="{3D69CD08-BC1E-4FD8-BB9A-B7F3B657BC3D}">
      <dgm:prSet/>
      <dgm:spPr/>
      <dgm:t>
        <a:bodyPr/>
        <a:lstStyle/>
        <a:p>
          <a:endParaRPr lang="en-US"/>
        </a:p>
      </dgm:t>
    </dgm:pt>
    <dgm:pt modelId="{DC3DB121-2D66-4F98-AC6F-11B79483053F}" type="sibTrans" cxnId="{3D69CD08-BC1E-4FD8-BB9A-B7F3B657BC3D}">
      <dgm:prSet/>
      <dgm:spPr/>
      <dgm:t>
        <a:bodyPr/>
        <a:lstStyle/>
        <a:p>
          <a:endParaRPr lang="en-US"/>
        </a:p>
      </dgm:t>
    </dgm:pt>
    <dgm:pt modelId="{B1399940-9823-4C30-8348-DC654D44CF0B}">
      <dgm:prSet/>
      <dgm:spPr/>
      <dgm:t>
        <a:bodyPr/>
        <a:lstStyle/>
        <a:p>
          <a:r>
            <a:rPr lang="en-US"/>
            <a:t>• Conservative rules → Low false positives</a:t>
          </a:r>
        </a:p>
      </dgm:t>
    </dgm:pt>
    <dgm:pt modelId="{4C3BF7EB-1140-4D75-B212-1BA19F0B9084}" type="parTrans" cxnId="{4D6BDC23-E84C-465C-B2C7-17E154F11113}">
      <dgm:prSet/>
      <dgm:spPr/>
      <dgm:t>
        <a:bodyPr/>
        <a:lstStyle/>
        <a:p>
          <a:endParaRPr lang="en-US"/>
        </a:p>
      </dgm:t>
    </dgm:pt>
    <dgm:pt modelId="{50D5A85C-825F-49EA-AB09-8AD5AE43F648}" type="sibTrans" cxnId="{4D6BDC23-E84C-465C-B2C7-17E154F11113}">
      <dgm:prSet/>
      <dgm:spPr/>
      <dgm:t>
        <a:bodyPr/>
        <a:lstStyle/>
        <a:p>
          <a:endParaRPr lang="en-US"/>
        </a:p>
      </dgm:t>
    </dgm:pt>
    <dgm:pt modelId="{4C3D63A6-FA44-4277-BC92-7E259CDFD127}">
      <dgm:prSet/>
      <dgm:spPr/>
      <dgm:t>
        <a:bodyPr/>
        <a:lstStyle/>
        <a:p>
          <a:r>
            <a:rPr lang="en-US"/>
            <a:t>• Confirmed hotspot concentration in Red Sea</a:t>
          </a:r>
        </a:p>
      </dgm:t>
    </dgm:pt>
    <dgm:pt modelId="{52F74B15-8437-4AC3-BDC7-202F8C48E4AD}" type="parTrans" cxnId="{485FA41F-C675-413C-948D-25680663C68D}">
      <dgm:prSet/>
      <dgm:spPr/>
      <dgm:t>
        <a:bodyPr/>
        <a:lstStyle/>
        <a:p>
          <a:endParaRPr lang="en-US"/>
        </a:p>
      </dgm:t>
    </dgm:pt>
    <dgm:pt modelId="{2288D784-C696-4C65-A9AB-A6169C02BF41}" type="sibTrans" cxnId="{485FA41F-C675-413C-948D-25680663C68D}">
      <dgm:prSet/>
      <dgm:spPr/>
      <dgm:t>
        <a:bodyPr/>
        <a:lstStyle/>
        <a:p>
          <a:endParaRPr lang="en-US"/>
        </a:p>
      </dgm:t>
    </dgm:pt>
    <dgm:pt modelId="{F5312CB3-E9F0-0644-8AD4-99059BE4F195}" type="pres">
      <dgm:prSet presAssocID="{FE88BA11-F321-40C1-A074-515ABDF07F75}" presName="linear" presStyleCnt="0">
        <dgm:presLayoutVars>
          <dgm:animLvl val="lvl"/>
          <dgm:resizeHandles val="exact"/>
        </dgm:presLayoutVars>
      </dgm:prSet>
      <dgm:spPr/>
    </dgm:pt>
    <dgm:pt modelId="{DC76C1E8-4FC2-8F4D-B192-555A7DA39860}" type="pres">
      <dgm:prSet presAssocID="{32FC625C-1A20-4D96-AA3E-5616CE481D1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880DBEA-FA32-8947-8066-459B9790959E}" type="pres">
      <dgm:prSet presAssocID="{922A902E-004E-4FC4-BAA4-AA678DD50FD3}" presName="spacer" presStyleCnt="0"/>
      <dgm:spPr/>
    </dgm:pt>
    <dgm:pt modelId="{6270C04C-2EE7-AD4A-AC40-72706B667D34}" type="pres">
      <dgm:prSet presAssocID="{AC5EC49B-AFA8-4BFD-A1E0-05FC73A5581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8F3F759-2CAE-BB40-939E-BBEC0A27D567}" type="pres">
      <dgm:prSet presAssocID="{DC3DB121-2D66-4F98-AC6F-11B79483053F}" presName="spacer" presStyleCnt="0"/>
      <dgm:spPr/>
    </dgm:pt>
    <dgm:pt modelId="{4C3DE6C3-4D76-B042-BB15-AE7A4003E651}" type="pres">
      <dgm:prSet presAssocID="{B1399940-9823-4C30-8348-DC654D44CF0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87E2607-E967-0A40-9A06-A62B066152D4}" type="pres">
      <dgm:prSet presAssocID="{50D5A85C-825F-49EA-AB09-8AD5AE43F648}" presName="spacer" presStyleCnt="0"/>
      <dgm:spPr/>
    </dgm:pt>
    <dgm:pt modelId="{5F3D7817-D35F-6844-B73C-2C112650370C}" type="pres">
      <dgm:prSet presAssocID="{4C3D63A6-FA44-4277-BC92-7E259CDFD12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D69CD08-BC1E-4FD8-BB9A-B7F3B657BC3D}" srcId="{FE88BA11-F321-40C1-A074-515ABDF07F75}" destId="{AC5EC49B-AFA8-4BFD-A1E0-05FC73A55813}" srcOrd="1" destOrd="0" parTransId="{A2099336-3676-4C79-80BE-A73E37E84D96}" sibTransId="{DC3DB121-2D66-4F98-AC6F-11B79483053F}"/>
    <dgm:cxn modelId="{485FA41F-C675-413C-948D-25680663C68D}" srcId="{FE88BA11-F321-40C1-A074-515ABDF07F75}" destId="{4C3D63A6-FA44-4277-BC92-7E259CDFD127}" srcOrd="3" destOrd="0" parTransId="{52F74B15-8437-4AC3-BDC7-202F8C48E4AD}" sibTransId="{2288D784-C696-4C65-A9AB-A6169C02BF41}"/>
    <dgm:cxn modelId="{4D6BDC23-E84C-465C-B2C7-17E154F11113}" srcId="{FE88BA11-F321-40C1-A074-515ABDF07F75}" destId="{B1399940-9823-4C30-8348-DC654D44CF0B}" srcOrd="2" destOrd="0" parTransId="{4C3BF7EB-1140-4D75-B212-1BA19F0B9084}" sibTransId="{50D5A85C-825F-49EA-AB09-8AD5AE43F648}"/>
    <dgm:cxn modelId="{EA072B4B-661E-467B-86CB-68A4BC8DB688}" srcId="{FE88BA11-F321-40C1-A074-515ABDF07F75}" destId="{32FC625C-1A20-4D96-AA3E-5616CE481D1B}" srcOrd="0" destOrd="0" parTransId="{1437D0E0-5501-4E15-9487-25E91BCC3167}" sibTransId="{922A902E-004E-4FC4-BAA4-AA678DD50FD3}"/>
    <dgm:cxn modelId="{3A822581-8397-E441-B9DA-1899C0B768B1}" type="presOf" srcId="{AC5EC49B-AFA8-4BFD-A1E0-05FC73A55813}" destId="{6270C04C-2EE7-AD4A-AC40-72706B667D34}" srcOrd="0" destOrd="0" presId="urn:microsoft.com/office/officeart/2005/8/layout/vList2"/>
    <dgm:cxn modelId="{C9550D9A-951B-BB43-B04D-68301D6C732B}" type="presOf" srcId="{4C3D63A6-FA44-4277-BC92-7E259CDFD127}" destId="{5F3D7817-D35F-6844-B73C-2C112650370C}" srcOrd="0" destOrd="0" presId="urn:microsoft.com/office/officeart/2005/8/layout/vList2"/>
    <dgm:cxn modelId="{D7AF25AC-A715-F240-A232-FF79A9109F0A}" type="presOf" srcId="{32FC625C-1A20-4D96-AA3E-5616CE481D1B}" destId="{DC76C1E8-4FC2-8F4D-B192-555A7DA39860}" srcOrd="0" destOrd="0" presId="urn:microsoft.com/office/officeart/2005/8/layout/vList2"/>
    <dgm:cxn modelId="{8683D0D6-C86A-B74B-B94F-BFA77F5ED2E5}" type="presOf" srcId="{B1399940-9823-4C30-8348-DC654D44CF0B}" destId="{4C3DE6C3-4D76-B042-BB15-AE7A4003E651}" srcOrd="0" destOrd="0" presId="urn:microsoft.com/office/officeart/2005/8/layout/vList2"/>
    <dgm:cxn modelId="{B9E844D9-9976-004B-AA8D-2BAA246D72B7}" type="presOf" srcId="{FE88BA11-F321-40C1-A074-515ABDF07F75}" destId="{F5312CB3-E9F0-0644-8AD4-99059BE4F195}" srcOrd="0" destOrd="0" presId="urn:microsoft.com/office/officeart/2005/8/layout/vList2"/>
    <dgm:cxn modelId="{41052684-0F95-734F-91FB-9F563C09997C}" type="presParOf" srcId="{F5312CB3-E9F0-0644-8AD4-99059BE4F195}" destId="{DC76C1E8-4FC2-8F4D-B192-555A7DA39860}" srcOrd="0" destOrd="0" presId="urn:microsoft.com/office/officeart/2005/8/layout/vList2"/>
    <dgm:cxn modelId="{AD419F3C-049E-6B4C-A93D-CD5D7AFCBE66}" type="presParOf" srcId="{F5312CB3-E9F0-0644-8AD4-99059BE4F195}" destId="{8880DBEA-FA32-8947-8066-459B9790959E}" srcOrd="1" destOrd="0" presId="urn:microsoft.com/office/officeart/2005/8/layout/vList2"/>
    <dgm:cxn modelId="{B6633505-9F87-CE49-AF93-D674012C9626}" type="presParOf" srcId="{F5312CB3-E9F0-0644-8AD4-99059BE4F195}" destId="{6270C04C-2EE7-AD4A-AC40-72706B667D34}" srcOrd="2" destOrd="0" presId="urn:microsoft.com/office/officeart/2005/8/layout/vList2"/>
    <dgm:cxn modelId="{1FAD6B87-A184-5D48-84BB-E61FA80790F2}" type="presParOf" srcId="{F5312CB3-E9F0-0644-8AD4-99059BE4F195}" destId="{18F3F759-2CAE-BB40-939E-BBEC0A27D567}" srcOrd="3" destOrd="0" presId="urn:microsoft.com/office/officeart/2005/8/layout/vList2"/>
    <dgm:cxn modelId="{C028086A-74B1-EB4E-90D7-F6D23C41BF6E}" type="presParOf" srcId="{F5312CB3-E9F0-0644-8AD4-99059BE4F195}" destId="{4C3DE6C3-4D76-B042-BB15-AE7A4003E651}" srcOrd="4" destOrd="0" presId="urn:microsoft.com/office/officeart/2005/8/layout/vList2"/>
    <dgm:cxn modelId="{0701A44C-0899-034B-A068-96306A5B083E}" type="presParOf" srcId="{F5312CB3-E9F0-0644-8AD4-99059BE4F195}" destId="{087E2607-E967-0A40-9A06-A62B066152D4}" srcOrd="5" destOrd="0" presId="urn:microsoft.com/office/officeart/2005/8/layout/vList2"/>
    <dgm:cxn modelId="{F5DDE3C4-9EA0-F24B-8350-3EF211B79F40}" type="presParOf" srcId="{F5312CB3-E9F0-0644-8AD4-99059BE4F195}" destId="{5F3D7817-D35F-6844-B73C-2C112650370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221BC04-85EB-48BD-8ADE-CFAD8A0976FC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828A488-063E-4C9F-8507-1DD8F483950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Duration threshold: 0.05–0.5 hr</a:t>
          </a:r>
        </a:p>
      </dgm:t>
    </dgm:pt>
    <dgm:pt modelId="{2CF207D1-F20C-4494-B4E6-2F5B82F078C2}" type="parTrans" cxnId="{84BFE363-202D-40C4-B016-1934E4022690}">
      <dgm:prSet/>
      <dgm:spPr/>
      <dgm:t>
        <a:bodyPr/>
        <a:lstStyle/>
        <a:p>
          <a:endParaRPr lang="en-US"/>
        </a:p>
      </dgm:t>
    </dgm:pt>
    <dgm:pt modelId="{E99BE069-20A5-4063-9646-632F86EE7F1F}" type="sibTrans" cxnId="{84BFE363-202D-40C4-B016-1934E402269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E0DA434-B22D-4D3B-A77C-7A625775715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Movement threshold: 0.5–2 NM</a:t>
          </a:r>
        </a:p>
      </dgm:t>
    </dgm:pt>
    <dgm:pt modelId="{FBACF200-4B21-4BEF-BA3A-EBF6C433918A}" type="parTrans" cxnId="{59A7B7FF-7570-4400-BAA1-AFD8E2936D40}">
      <dgm:prSet/>
      <dgm:spPr/>
      <dgm:t>
        <a:bodyPr/>
        <a:lstStyle/>
        <a:p>
          <a:endParaRPr lang="en-US"/>
        </a:p>
      </dgm:t>
    </dgm:pt>
    <dgm:pt modelId="{8ACEC3E9-0D05-484A-A8A3-C1DE6791CDFB}" type="sibTrans" cxnId="{59A7B7FF-7570-4400-BAA1-AFD8E2936D4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A8B7303-DEB9-4505-861E-AAC39E71D70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Percentage flagged remains stable across settings</a:t>
          </a:r>
        </a:p>
      </dgm:t>
    </dgm:pt>
    <dgm:pt modelId="{78A06EB2-5A38-4330-83CB-B3B22570B99A}" type="parTrans" cxnId="{A276E6DC-F089-4B40-8362-A1657CC456C3}">
      <dgm:prSet/>
      <dgm:spPr/>
      <dgm:t>
        <a:bodyPr/>
        <a:lstStyle/>
        <a:p>
          <a:endParaRPr lang="en-US"/>
        </a:p>
      </dgm:t>
    </dgm:pt>
    <dgm:pt modelId="{E5BE0429-3B8A-48E2-B012-7B9B58A2DB64}" type="sibTrans" cxnId="{A276E6DC-F089-4B40-8362-A1657CC456C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D203F8A-4AD2-4F47-B36A-5BF6C896974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→ Framework robust and interpretable</a:t>
          </a:r>
        </a:p>
      </dgm:t>
    </dgm:pt>
    <dgm:pt modelId="{003D8DAA-759C-47A9-A23A-0FD64A6DA6D6}" type="parTrans" cxnId="{94447BCF-D8A4-4CA9-A174-686228ED3D75}">
      <dgm:prSet/>
      <dgm:spPr/>
      <dgm:t>
        <a:bodyPr/>
        <a:lstStyle/>
        <a:p>
          <a:endParaRPr lang="en-US"/>
        </a:p>
      </dgm:t>
    </dgm:pt>
    <dgm:pt modelId="{7E3863CB-0BEE-4509-B125-1D3C4FAF66B3}" type="sibTrans" cxnId="{94447BCF-D8A4-4CA9-A174-686228ED3D75}">
      <dgm:prSet/>
      <dgm:spPr/>
      <dgm:t>
        <a:bodyPr/>
        <a:lstStyle/>
        <a:p>
          <a:endParaRPr lang="en-US"/>
        </a:p>
      </dgm:t>
    </dgm:pt>
    <dgm:pt modelId="{BEC2DAA1-07BE-4F8B-92AC-3461BF3C7ABE}" type="pres">
      <dgm:prSet presAssocID="{5221BC04-85EB-48BD-8ADE-CFAD8A0976FC}" presName="root" presStyleCnt="0">
        <dgm:presLayoutVars>
          <dgm:dir/>
          <dgm:resizeHandles val="exact"/>
        </dgm:presLayoutVars>
      </dgm:prSet>
      <dgm:spPr/>
    </dgm:pt>
    <dgm:pt modelId="{CA1B1BFD-523C-46BE-9086-8203B9295D8C}" type="pres">
      <dgm:prSet presAssocID="{5221BC04-85EB-48BD-8ADE-CFAD8A0976FC}" presName="container" presStyleCnt="0">
        <dgm:presLayoutVars>
          <dgm:dir/>
          <dgm:resizeHandles val="exact"/>
        </dgm:presLayoutVars>
      </dgm:prSet>
      <dgm:spPr/>
    </dgm:pt>
    <dgm:pt modelId="{FB7575FA-9AF8-4EF7-99DE-BDE9C26EE8A0}" type="pres">
      <dgm:prSet presAssocID="{5828A488-063E-4C9F-8507-1DD8F4839507}" presName="compNode" presStyleCnt="0"/>
      <dgm:spPr/>
    </dgm:pt>
    <dgm:pt modelId="{AAB0C987-E02E-4C74-8D1C-95CB907065A6}" type="pres">
      <dgm:prSet presAssocID="{5828A488-063E-4C9F-8507-1DD8F4839507}" presName="iconBgRect" presStyleLbl="bgShp" presStyleIdx="0" presStyleCnt="4"/>
      <dgm:spPr/>
    </dgm:pt>
    <dgm:pt modelId="{E7C9BA0B-434F-451A-9555-95F63635B1C5}" type="pres">
      <dgm:prSet presAssocID="{5828A488-063E-4C9F-8507-1DD8F483950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rum"/>
        </a:ext>
      </dgm:extLst>
    </dgm:pt>
    <dgm:pt modelId="{93CF7241-5B53-456E-976E-2FE97F754946}" type="pres">
      <dgm:prSet presAssocID="{5828A488-063E-4C9F-8507-1DD8F4839507}" presName="spaceRect" presStyleCnt="0"/>
      <dgm:spPr/>
    </dgm:pt>
    <dgm:pt modelId="{0B9D2833-72EC-49B8-944B-D1F53714F97E}" type="pres">
      <dgm:prSet presAssocID="{5828A488-063E-4C9F-8507-1DD8F4839507}" presName="textRect" presStyleLbl="revTx" presStyleIdx="0" presStyleCnt="4">
        <dgm:presLayoutVars>
          <dgm:chMax val="1"/>
          <dgm:chPref val="1"/>
        </dgm:presLayoutVars>
      </dgm:prSet>
      <dgm:spPr/>
    </dgm:pt>
    <dgm:pt modelId="{C71156DF-1521-4C4D-BCA0-BB8567D97F2E}" type="pres">
      <dgm:prSet presAssocID="{E99BE069-20A5-4063-9646-632F86EE7F1F}" presName="sibTrans" presStyleLbl="sibTrans2D1" presStyleIdx="0" presStyleCnt="0"/>
      <dgm:spPr/>
    </dgm:pt>
    <dgm:pt modelId="{D3106BD9-68DC-404F-8E3D-D2E914F3C11F}" type="pres">
      <dgm:prSet presAssocID="{1E0DA434-B22D-4D3B-A77C-7A6257757151}" presName="compNode" presStyleCnt="0"/>
      <dgm:spPr/>
    </dgm:pt>
    <dgm:pt modelId="{F949593C-1229-4989-B227-13328E9E5717}" type="pres">
      <dgm:prSet presAssocID="{1E0DA434-B22D-4D3B-A77C-7A6257757151}" presName="iconBgRect" presStyleLbl="bgShp" presStyleIdx="1" presStyleCnt="4"/>
      <dgm:spPr/>
    </dgm:pt>
    <dgm:pt modelId="{32E26803-6125-4DBF-8945-76B146FA97DE}" type="pres">
      <dgm:prSet presAssocID="{1E0DA434-B22D-4D3B-A77C-7A625775715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9FAA538A-1821-45EF-BCA3-575388FE91DB}" type="pres">
      <dgm:prSet presAssocID="{1E0DA434-B22D-4D3B-A77C-7A6257757151}" presName="spaceRect" presStyleCnt="0"/>
      <dgm:spPr/>
    </dgm:pt>
    <dgm:pt modelId="{96DBF215-D392-4910-901A-94099269B7E7}" type="pres">
      <dgm:prSet presAssocID="{1E0DA434-B22D-4D3B-A77C-7A6257757151}" presName="textRect" presStyleLbl="revTx" presStyleIdx="1" presStyleCnt="4">
        <dgm:presLayoutVars>
          <dgm:chMax val="1"/>
          <dgm:chPref val="1"/>
        </dgm:presLayoutVars>
      </dgm:prSet>
      <dgm:spPr/>
    </dgm:pt>
    <dgm:pt modelId="{8F3E743F-7CC9-4988-AC72-A53A4077A76A}" type="pres">
      <dgm:prSet presAssocID="{8ACEC3E9-0D05-484A-A8A3-C1DE6791CDFB}" presName="sibTrans" presStyleLbl="sibTrans2D1" presStyleIdx="0" presStyleCnt="0"/>
      <dgm:spPr/>
    </dgm:pt>
    <dgm:pt modelId="{C71B86AA-59E0-44D7-AE81-3CC45BF3E3F0}" type="pres">
      <dgm:prSet presAssocID="{0A8B7303-DEB9-4505-861E-AAC39E71D700}" presName="compNode" presStyleCnt="0"/>
      <dgm:spPr/>
    </dgm:pt>
    <dgm:pt modelId="{61DDD924-DFE6-42C0-884C-EAC16D60DFC4}" type="pres">
      <dgm:prSet presAssocID="{0A8B7303-DEB9-4505-861E-AAC39E71D700}" presName="iconBgRect" presStyleLbl="bgShp" presStyleIdx="2" presStyleCnt="4"/>
      <dgm:spPr/>
    </dgm:pt>
    <dgm:pt modelId="{3EC9C447-C706-42A3-8AED-254881FF589F}" type="pres">
      <dgm:prSet presAssocID="{0A8B7303-DEB9-4505-861E-AAC39E71D70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ag"/>
        </a:ext>
      </dgm:extLst>
    </dgm:pt>
    <dgm:pt modelId="{1D507F74-C041-40C9-85A8-72BAC9396276}" type="pres">
      <dgm:prSet presAssocID="{0A8B7303-DEB9-4505-861E-AAC39E71D700}" presName="spaceRect" presStyleCnt="0"/>
      <dgm:spPr/>
    </dgm:pt>
    <dgm:pt modelId="{66470F03-A779-4FFB-AE23-16434DD50C04}" type="pres">
      <dgm:prSet presAssocID="{0A8B7303-DEB9-4505-861E-AAC39E71D700}" presName="textRect" presStyleLbl="revTx" presStyleIdx="2" presStyleCnt="4">
        <dgm:presLayoutVars>
          <dgm:chMax val="1"/>
          <dgm:chPref val="1"/>
        </dgm:presLayoutVars>
      </dgm:prSet>
      <dgm:spPr/>
    </dgm:pt>
    <dgm:pt modelId="{2FBA318C-0DF8-4072-AB13-FAFB373EFF83}" type="pres">
      <dgm:prSet presAssocID="{E5BE0429-3B8A-48E2-B012-7B9B58A2DB64}" presName="sibTrans" presStyleLbl="sibTrans2D1" presStyleIdx="0" presStyleCnt="0"/>
      <dgm:spPr/>
    </dgm:pt>
    <dgm:pt modelId="{5E17DA11-DD63-46CD-88D8-7F2C52141785}" type="pres">
      <dgm:prSet presAssocID="{AD203F8A-4AD2-4F47-B36A-5BF6C8969745}" presName="compNode" presStyleCnt="0"/>
      <dgm:spPr/>
    </dgm:pt>
    <dgm:pt modelId="{5C4D1EB1-B375-45D4-B606-65DC3A20EF9F}" type="pres">
      <dgm:prSet presAssocID="{AD203F8A-4AD2-4F47-B36A-5BF6C8969745}" presName="iconBgRect" presStyleLbl="bgShp" presStyleIdx="3" presStyleCnt="4"/>
      <dgm:spPr/>
    </dgm:pt>
    <dgm:pt modelId="{A7D5D284-203D-4531-9241-B93C83A85800}" type="pres">
      <dgm:prSet presAssocID="{AD203F8A-4AD2-4F47-B36A-5BF6C896974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C416A225-C19D-4BF0-ADAD-A408DDD721B8}" type="pres">
      <dgm:prSet presAssocID="{AD203F8A-4AD2-4F47-B36A-5BF6C8969745}" presName="spaceRect" presStyleCnt="0"/>
      <dgm:spPr/>
    </dgm:pt>
    <dgm:pt modelId="{EAE6FD3A-A004-43B2-B15F-07C8091A5E8F}" type="pres">
      <dgm:prSet presAssocID="{AD203F8A-4AD2-4F47-B36A-5BF6C896974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CC20903-B3D8-4919-AA9D-F99D733682F6}" type="presOf" srcId="{E99BE069-20A5-4063-9646-632F86EE7F1F}" destId="{C71156DF-1521-4C4D-BCA0-BB8567D97F2E}" srcOrd="0" destOrd="0" presId="urn:microsoft.com/office/officeart/2018/2/layout/IconCircleList"/>
    <dgm:cxn modelId="{8EE0EB05-6534-4F31-A897-A5BE0CE57566}" type="presOf" srcId="{5828A488-063E-4C9F-8507-1DD8F4839507}" destId="{0B9D2833-72EC-49B8-944B-D1F53714F97E}" srcOrd="0" destOrd="0" presId="urn:microsoft.com/office/officeart/2018/2/layout/IconCircleList"/>
    <dgm:cxn modelId="{18E86628-2E13-4287-A22A-0A613C7F43DE}" type="presOf" srcId="{0A8B7303-DEB9-4505-861E-AAC39E71D700}" destId="{66470F03-A779-4FFB-AE23-16434DD50C04}" srcOrd="0" destOrd="0" presId="urn:microsoft.com/office/officeart/2018/2/layout/IconCircleList"/>
    <dgm:cxn modelId="{13BE4532-28EB-41E7-9557-64DBC18D4FA9}" type="presOf" srcId="{5221BC04-85EB-48BD-8ADE-CFAD8A0976FC}" destId="{BEC2DAA1-07BE-4F8B-92AC-3461BF3C7ABE}" srcOrd="0" destOrd="0" presId="urn:microsoft.com/office/officeart/2018/2/layout/IconCircleList"/>
    <dgm:cxn modelId="{84BFE363-202D-40C4-B016-1934E4022690}" srcId="{5221BC04-85EB-48BD-8ADE-CFAD8A0976FC}" destId="{5828A488-063E-4C9F-8507-1DD8F4839507}" srcOrd="0" destOrd="0" parTransId="{2CF207D1-F20C-4494-B4E6-2F5B82F078C2}" sibTransId="{E99BE069-20A5-4063-9646-632F86EE7F1F}"/>
    <dgm:cxn modelId="{4B1A3F65-8712-41D1-9649-4CE02F45FC35}" type="presOf" srcId="{8ACEC3E9-0D05-484A-A8A3-C1DE6791CDFB}" destId="{8F3E743F-7CC9-4988-AC72-A53A4077A76A}" srcOrd="0" destOrd="0" presId="urn:microsoft.com/office/officeart/2018/2/layout/IconCircleList"/>
    <dgm:cxn modelId="{0372A185-D0A4-415F-91A2-D9C45C55A841}" type="presOf" srcId="{AD203F8A-4AD2-4F47-B36A-5BF6C8969745}" destId="{EAE6FD3A-A004-43B2-B15F-07C8091A5E8F}" srcOrd="0" destOrd="0" presId="urn:microsoft.com/office/officeart/2018/2/layout/IconCircleList"/>
    <dgm:cxn modelId="{94C6C298-8E03-4E15-997B-FC9B3D90FFB2}" type="presOf" srcId="{1E0DA434-B22D-4D3B-A77C-7A6257757151}" destId="{96DBF215-D392-4910-901A-94099269B7E7}" srcOrd="0" destOrd="0" presId="urn:microsoft.com/office/officeart/2018/2/layout/IconCircleList"/>
    <dgm:cxn modelId="{94447BCF-D8A4-4CA9-A174-686228ED3D75}" srcId="{5221BC04-85EB-48BD-8ADE-CFAD8A0976FC}" destId="{AD203F8A-4AD2-4F47-B36A-5BF6C8969745}" srcOrd="3" destOrd="0" parTransId="{003D8DAA-759C-47A9-A23A-0FD64A6DA6D6}" sibTransId="{7E3863CB-0BEE-4509-B125-1D3C4FAF66B3}"/>
    <dgm:cxn modelId="{2200EFD6-490D-4BF3-A524-B6452DC2A2F8}" type="presOf" srcId="{E5BE0429-3B8A-48E2-B012-7B9B58A2DB64}" destId="{2FBA318C-0DF8-4072-AB13-FAFB373EFF83}" srcOrd="0" destOrd="0" presId="urn:microsoft.com/office/officeart/2018/2/layout/IconCircleList"/>
    <dgm:cxn modelId="{A276E6DC-F089-4B40-8362-A1657CC456C3}" srcId="{5221BC04-85EB-48BD-8ADE-CFAD8A0976FC}" destId="{0A8B7303-DEB9-4505-861E-AAC39E71D700}" srcOrd="2" destOrd="0" parTransId="{78A06EB2-5A38-4330-83CB-B3B22570B99A}" sibTransId="{E5BE0429-3B8A-48E2-B012-7B9B58A2DB64}"/>
    <dgm:cxn modelId="{59A7B7FF-7570-4400-BAA1-AFD8E2936D40}" srcId="{5221BC04-85EB-48BD-8ADE-CFAD8A0976FC}" destId="{1E0DA434-B22D-4D3B-A77C-7A6257757151}" srcOrd="1" destOrd="0" parTransId="{FBACF200-4B21-4BEF-BA3A-EBF6C433918A}" sibTransId="{8ACEC3E9-0D05-484A-A8A3-C1DE6791CDFB}"/>
    <dgm:cxn modelId="{C08AF47F-102B-413F-AD35-8C32026AC810}" type="presParOf" srcId="{BEC2DAA1-07BE-4F8B-92AC-3461BF3C7ABE}" destId="{CA1B1BFD-523C-46BE-9086-8203B9295D8C}" srcOrd="0" destOrd="0" presId="urn:microsoft.com/office/officeart/2018/2/layout/IconCircleList"/>
    <dgm:cxn modelId="{DB8BEFB9-4CFC-4133-8341-E9328BAD84F6}" type="presParOf" srcId="{CA1B1BFD-523C-46BE-9086-8203B9295D8C}" destId="{FB7575FA-9AF8-4EF7-99DE-BDE9C26EE8A0}" srcOrd="0" destOrd="0" presId="urn:microsoft.com/office/officeart/2018/2/layout/IconCircleList"/>
    <dgm:cxn modelId="{D75D5216-A9F5-49F6-BB52-098DDCF9F285}" type="presParOf" srcId="{FB7575FA-9AF8-4EF7-99DE-BDE9C26EE8A0}" destId="{AAB0C987-E02E-4C74-8D1C-95CB907065A6}" srcOrd="0" destOrd="0" presId="urn:microsoft.com/office/officeart/2018/2/layout/IconCircleList"/>
    <dgm:cxn modelId="{9AC4EA4C-BDB3-48AA-95B2-7D734CEB97A7}" type="presParOf" srcId="{FB7575FA-9AF8-4EF7-99DE-BDE9C26EE8A0}" destId="{E7C9BA0B-434F-451A-9555-95F63635B1C5}" srcOrd="1" destOrd="0" presId="urn:microsoft.com/office/officeart/2018/2/layout/IconCircleList"/>
    <dgm:cxn modelId="{DD037193-92A8-4CEE-9922-71F2D7B98872}" type="presParOf" srcId="{FB7575FA-9AF8-4EF7-99DE-BDE9C26EE8A0}" destId="{93CF7241-5B53-456E-976E-2FE97F754946}" srcOrd="2" destOrd="0" presId="urn:microsoft.com/office/officeart/2018/2/layout/IconCircleList"/>
    <dgm:cxn modelId="{46EEEA94-FCF5-4775-B119-4850FA38E8E8}" type="presParOf" srcId="{FB7575FA-9AF8-4EF7-99DE-BDE9C26EE8A0}" destId="{0B9D2833-72EC-49B8-944B-D1F53714F97E}" srcOrd="3" destOrd="0" presId="urn:microsoft.com/office/officeart/2018/2/layout/IconCircleList"/>
    <dgm:cxn modelId="{ACA04ED7-9D19-4A56-934A-E8153203474F}" type="presParOf" srcId="{CA1B1BFD-523C-46BE-9086-8203B9295D8C}" destId="{C71156DF-1521-4C4D-BCA0-BB8567D97F2E}" srcOrd="1" destOrd="0" presId="urn:microsoft.com/office/officeart/2018/2/layout/IconCircleList"/>
    <dgm:cxn modelId="{E527DC43-50CF-468C-9272-95E48D8BE9D2}" type="presParOf" srcId="{CA1B1BFD-523C-46BE-9086-8203B9295D8C}" destId="{D3106BD9-68DC-404F-8E3D-D2E914F3C11F}" srcOrd="2" destOrd="0" presId="urn:microsoft.com/office/officeart/2018/2/layout/IconCircleList"/>
    <dgm:cxn modelId="{30B4D6C0-65FD-4477-A124-C67788E4C1CC}" type="presParOf" srcId="{D3106BD9-68DC-404F-8E3D-D2E914F3C11F}" destId="{F949593C-1229-4989-B227-13328E9E5717}" srcOrd="0" destOrd="0" presId="urn:microsoft.com/office/officeart/2018/2/layout/IconCircleList"/>
    <dgm:cxn modelId="{647E3240-D5A0-4682-82A8-AE9BA1491580}" type="presParOf" srcId="{D3106BD9-68DC-404F-8E3D-D2E914F3C11F}" destId="{32E26803-6125-4DBF-8945-76B146FA97DE}" srcOrd="1" destOrd="0" presId="urn:microsoft.com/office/officeart/2018/2/layout/IconCircleList"/>
    <dgm:cxn modelId="{1C37AED4-6888-40DB-AA64-99857A2836EC}" type="presParOf" srcId="{D3106BD9-68DC-404F-8E3D-D2E914F3C11F}" destId="{9FAA538A-1821-45EF-BCA3-575388FE91DB}" srcOrd="2" destOrd="0" presId="urn:microsoft.com/office/officeart/2018/2/layout/IconCircleList"/>
    <dgm:cxn modelId="{578F496E-6C77-4F8D-B51D-BEBE52099B9D}" type="presParOf" srcId="{D3106BD9-68DC-404F-8E3D-D2E914F3C11F}" destId="{96DBF215-D392-4910-901A-94099269B7E7}" srcOrd="3" destOrd="0" presId="urn:microsoft.com/office/officeart/2018/2/layout/IconCircleList"/>
    <dgm:cxn modelId="{A949AC24-0CA6-42D5-81E0-A610975A2022}" type="presParOf" srcId="{CA1B1BFD-523C-46BE-9086-8203B9295D8C}" destId="{8F3E743F-7CC9-4988-AC72-A53A4077A76A}" srcOrd="3" destOrd="0" presId="urn:microsoft.com/office/officeart/2018/2/layout/IconCircleList"/>
    <dgm:cxn modelId="{5A22EE47-3CC7-405B-A87D-861B94B60EB0}" type="presParOf" srcId="{CA1B1BFD-523C-46BE-9086-8203B9295D8C}" destId="{C71B86AA-59E0-44D7-AE81-3CC45BF3E3F0}" srcOrd="4" destOrd="0" presId="urn:microsoft.com/office/officeart/2018/2/layout/IconCircleList"/>
    <dgm:cxn modelId="{C268A0B9-7ECD-48E3-93A5-666165C854CE}" type="presParOf" srcId="{C71B86AA-59E0-44D7-AE81-3CC45BF3E3F0}" destId="{61DDD924-DFE6-42C0-884C-EAC16D60DFC4}" srcOrd="0" destOrd="0" presId="urn:microsoft.com/office/officeart/2018/2/layout/IconCircleList"/>
    <dgm:cxn modelId="{0A61687C-6DFD-4705-96A0-9FD27BF4479C}" type="presParOf" srcId="{C71B86AA-59E0-44D7-AE81-3CC45BF3E3F0}" destId="{3EC9C447-C706-42A3-8AED-254881FF589F}" srcOrd="1" destOrd="0" presId="urn:microsoft.com/office/officeart/2018/2/layout/IconCircleList"/>
    <dgm:cxn modelId="{50A40688-B0B6-40EB-9446-0DCA0F2185C2}" type="presParOf" srcId="{C71B86AA-59E0-44D7-AE81-3CC45BF3E3F0}" destId="{1D507F74-C041-40C9-85A8-72BAC9396276}" srcOrd="2" destOrd="0" presId="urn:microsoft.com/office/officeart/2018/2/layout/IconCircleList"/>
    <dgm:cxn modelId="{F6BCBFF9-8B5D-4CA3-8267-DDCDA45A7920}" type="presParOf" srcId="{C71B86AA-59E0-44D7-AE81-3CC45BF3E3F0}" destId="{66470F03-A779-4FFB-AE23-16434DD50C04}" srcOrd="3" destOrd="0" presId="urn:microsoft.com/office/officeart/2018/2/layout/IconCircleList"/>
    <dgm:cxn modelId="{EB63EB63-0B67-4D64-B94C-439E235C8D29}" type="presParOf" srcId="{CA1B1BFD-523C-46BE-9086-8203B9295D8C}" destId="{2FBA318C-0DF8-4072-AB13-FAFB373EFF83}" srcOrd="5" destOrd="0" presId="urn:microsoft.com/office/officeart/2018/2/layout/IconCircleList"/>
    <dgm:cxn modelId="{69F06473-E5C3-4CBC-B50E-AA694559ED7B}" type="presParOf" srcId="{CA1B1BFD-523C-46BE-9086-8203B9295D8C}" destId="{5E17DA11-DD63-46CD-88D8-7F2C52141785}" srcOrd="6" destOrd="0" presId="urn:microsoft.com/office/officeart/2018/2/layout/IconCircleList"/>
    <dgm:cxn modelId="{57AA4CEB-5CEF-4676-BE8F-6C1EDF941E78}" type="presParOf" srcId="{5E17DA11-DD63-46CD-88D8-7F2C52141785}" destId="{5C4D1EB1-B375-45D4-B606-65DC3A20EF9F}" srcOrd="0" destOrd="0" presId="urn:microsoft.com/office/officeart/2018/2/layout/IconCircleList"/>
    <dgm:cxn modelId="{C3A54279-5499-4394-9B35-76A0228C1B1F}" type="presParOf" srcId="{5E17DA11-DD63-46CD-88D8-7F2C52141785}" destId="{A7D5D284-203D-4531-9241-B93C83A85800}" srcOrd="1" destOrd="0" presId="urn:microsoft.com/office/officeart/2018/2/layout/IconCircleList"/>
    <dgm:cxn modelId="{5A00CA46-A5FC-4B84-B5CA-EC2A66F6402F}" type="presParOf" srcId="{5E17DA11-DD63-46CD-88D8-7F2C52141785}" destId="{C416A225-C19D-4BF0-ADAD-A408DDD721B8}" srcOrd="2" destOrd="0" presId="urn:microsoft.com/office/officeart/2018/2/layout/IconCircleList"/>
    <dgm:cxn modelId="{01F384E0-7F52-45D1-9A91-EF2D5F35C3B3}" type="presParOf" srcId="{5E17DA11-DD63-46CD-88D8-7F2C52141785}" destId="{EAE6FD3A-A004-43B2-B15F-07C8091A5E8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ED84C4E-A925-4B83-921F-58CC08161A4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C0AAF6B5-C09C-4EAF-9AF8-1420F86E82F0}">
      <dgm:prSet/>
      <dgm:spPr/>
      <dgm:t>
        <a:bodyPr/>
        <a:lstStyle/>
        <a:p>
          <a:pPr>
            <a:defRPr cap="all"/>
          </a:pPr>
          <a:r>
            <a:rPr lang="en-US"/>
            <a:t>• Integrate model into live AIS monitoring</a:t>
          </a:r>
        </a:p>
      </dgm:t>
    </dgm:pt>
    <dgm:pt modelId="{44EE9EB9-6EC3-466C-8F1F-06D385A35380}" type="parTrans" cxnId="{FCE9D173-995C-4F93-9195-C39F7669052D}">
      <dgm:prSet/>
      <dgm:spPr/>
      <dgm:t>
        <a:bodyPr/>
        <a:lstStyle/>
        <a:p>
          <a:endParaRPr lang="en-US"/>
        </a:p>
      </dgm:t>
    </dgm:pt>
    <dgm:pt modelId="{35907F8A-94CF-48E0-B0C0-D6C7F9E449E2}" type="sibTrans" cxnId="{FCE9D173-995C-4F93-9195-C39F7669052D}">
      <dgm:prSet/>
      <dgm:spPr/>
      <dgm:t>
        <a:bodyPr/>
        <a:lstStyle/>
        <a:p>
          <a:endParaRPr lang="en-US"/>
        </a:p>
      </dgm:t>
    </dgm:pt>
    <dgm:pt modelId="{B7710D43-B77C-4B22-92A0-2419395D853F}">
      <dgm:prSet/>
      <dgm:spPr/>
      <dgm:t>
        <a:bodyPr/>
        <a:lstStyle/>
        <a:p>
          <a:pPr>
            <a:defRPr cap="all"/>
          </a:pPr>
          <a:r>
            <a:rPr lang="en-US"/>
            <a:t>• Overlay results with sanction/STS data</a:t>
          </a:r>
        </a:p>
      </dgm:t>
    </dgm:pt>
    <dgm:pt modelId="{E1F05AE9-FE76-4CAD-81DB-0CF3225DA710}" type="parTrans" cxnId="{278EA2EF-6584-4085-A9D0-2760F9B67C97}">
      <dgm:prSet/>
      <dgm:spPr/>
      <dgm:t>
        <a:bodyPr/>
        <a:lstStyle/>
        <a:p>
          <a:endParaRPr lang="en-US"/>
        </a:p>
      </dgm:t>
    </dgm:pt>
    <dgm:pt modelId="{57864A69-AEB0-4079-AAE9-C32E9DB3B319}" type="sibTrans" cxnId="{278EA2EF-6584-4085-A9D0-2760F9B67C97}">
      <dgm:prSet/>
      <dgm:spPr/>
      <dgm:t>
        <a:bodyPr/>
        <a:lstStyle/>
        <a:p>
          <a:endParaRPr lang="en-US"/>
        </a:p>
      </dgm:t>
    </dgm:pt>
    <dgm:pt modelId="{5E3B1061-320D-4C11-AB0E-7F33EE557A0F}">
      <dgm:prSet/>
      <dgm:spPr/>
      <dgm:t>
        <a:bodyPr/>
        <a:lstStyle/>
        <a:p>
          <a:pPr>
            <a:defRPr cap="all"/>
          </a:pPr>
          <a:r>
            <a:rPr lang="en-US"/>
            <a:t>• Add ML-based anomaly scoring (future phase)</a:t>
          </a:r>
        </a:p>
      </dgm:t>
    </dgm:pt>
    <dgm:pt modelId="{E4539CC8-53EB-448A-9288-181379925EDE}" type="parTrans" cxnId="{A0055603-41C3-47D6-8DAB-00A7653A2E7E}">
      <dgm:prSet/>
      <dgm:spPr/>
      <dgm:t>
        <a:bodyPr/>
        <a:lstStyle/>
        <a:p>
          <a:endParaRPr lang="en-US"/>
        </a:p>
      </dgm:t>
    </dgm:pt>
    <dgm:pt modelId="{A250E6F8-ABE9-4767-AC91-7469EC97E4EC}" type="sibTrans" cxnId="{A0055603-41C3-47D6-8DAB-00A7653A2E7E}">
      <dgm:prSet/>
      <dgm:spPr/>
      <dgm:t>
        <a:bodyPr/>
        <a:lstStyle/>
        <a:p>
          <a:endParaRPr lang="en-US"/>
        </a:p>
      </dgm:t>
    </dgm:pt>
    <dgm:pt modelId="{CF04C2D0-BBB8-44D5-957B-A967290E5BA0}">
      <dgm:prSet/>
      <dgm:spPr/>
      <dgm:t>
        <a:bodyPr/>
        <a:lstStyle/>
        <a:p>
          <a:pPr>
            <a:defRPr cap="all"/>
          </a:pPr>
          <a:r>
            <a:rPr lang="en-US"/>
            <a:t>• Automate alerts for high-risk hotspots</a:t>
          </a:r>
        </a:p>
      </dgm:t>
    </dgm:pt>
    <dgm:pt modelId="{D82B1797-4CC6-4F3E-87AC-679A7D526ED3}" type="parTrans" cxnId="{89610FD4-B92C-40F3-A265-F3A19E03EC8F}">
      <dgm:prSet/>
      <dgm:spPr/>
      <dgm:t>
        <a:bodyPr/>
        <a:lstStyle/>
        <a:p>
          <a:endParaRPr lang="en-US"/>
        </a:p>
      </dgm:t>
    </dgm:pt>
    <dgm:pt modelId="{EBC51D71-55F8-4D08-8C79-A60665794CD7}" type="sibTrans" cxnId="{89610FD4-B92C-40F3-A265-F3A19E03EC8F}">
      <dgm:prSet/>
      <dgm:spPr/>
      <dgm:t>
        <a:bodyPr/>
        <a:lstStyle/>
        <a:p>
          <a:endParaRPr lang="en-US"/>
        </a:p>
      </dgm:t>
    </dgm:pt>
    <dgm:pt modelId="{6738FCC1-41AA-435F-8FDA-4E6936E3F2E8}" type="pres">
      <dgm:prSet presAssocID="{4ED84C4E-A925-4B83-921F-58CC08161A45}" presName="root" presStyleCnt="0">
        <dgm:presLayoutVars>
          <dgm:dir/>
          <dgm:resizeHandles val="exact"/>
        </dgm:presLayoutVars>
      </dgm:prSet>
      <dgm:spPr/>
    </dgm:pt>
    <dgm:pt modelId="{E665BE44-1A68-42C7-8C45-C65B5EE87447}" type="pres">
      <dgm:prSet presAssocID="{C0AAF6B5-C09C-4EAF-9AF8-1420F86E82F0}" presName="compNode" presStyleCnt="0"/>
      <dgm:spPr/>
    </dgm:pt>
    <dgm:pt modelId="{7422BB1D-2B3C-465A-94A9-F1C6E01C17E2}" type="pres">
      <dgm:prSet presAssocID="{C0AAF6B5-C09C-4EAF-9AF8-1420F86E82F0}" presName="iconBgRect" presStyleLbl="bgShp" presStyleIdx="0" presStyleCnt="4"/>
      <dgm:spPr/>
    </dgm:pt>
    <dgm:pt modelId="{5F6F89A6-33AA-47B0-A2B2-48AF8C96FBA8}" type="pres">
      <dgm:prSet presAssocID="{C0AAF6B5-C09C-4EAF-9AF8-1420F86E82F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FA916DA2-9148-4CEB-9A9B-F9BA1F6904BC}" type="pres">
      <dgm:prSet presAssocID="{C0AAF6B5-C09C-4EAF-9AF8-1420F86E82F0}" presName="spaceRect" presStyleCnt="0"/>
      <dgm:spPr/>
    </dgm:pt>
    <dgm:pt modelId="{06F335D6-993E-4A6A-B792-8436D32160CE}" type="pres">
      <dgm:prSet presAssocID="{C0AAF6B5-C09C-4EAF-9AF8-1420F86E82F0}" presName="textRect" presStyleLbl="revTx" presStyleIdx="0" presStyleCnt="4">
        <dgm:presLayoutVars>
          <dgm:chMax val="1"/>
          <dgm:chPref val="1"/>
        </dgm:presLayoutVars>
      </dgm:prSet>
      <dgm:spPr/>
    </dgm:pt>
    <dgm:pt modelId="{D13DD91C-2718-48D9-BCA8-EAE463BADBB5}" type="pres">
      <dgm:prSet presAssocID="{35907F8A-94CF-48E0-B0C0-D6C7F9E449E2}" presName="sibTrans" presStyleCnt="0"/>
      <dgm:spPr/>
    </dgm:pt>
    <dgm:pt modelId="{4194647E-46B8-40EA-BFF4-17EE7D72E7E9}" type="pres">
      <dgm:prSet presAssocID="{B7710D43-B77C-4B22-92A0-2419395D853F}" presName="compNode" presStyleCnt="0"/>
      <dgm:spPr/>
    </dgm:pt>
    <dgm:pt modelId="{9F8FE5D4-00F7-46A7-812A-1AB45041D60B}" type="pres">
      <dgm:prSet presAssocID="{B7710D43-B77C-4B22-92A0-2419395D853F}" presName="iconBgRect" presStyleLbl="bgShp" presStyleIdx="1" presStyleCnt="4"/>
      <dgm:spPr/>
    </dgm:pt>
    <dgm:pt modelId="{C99E60F2-0B85-42D0-B064-BFD091015F29}" type="pres">
      <dgm:prSet presAssocID="{B7710D43-B77C-4B22-92A0-2419395D853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33C983C4-8773-417A-927B-CB72D05E8C91}" type="pres">
      <dgm:prSet presAssocID="{B7710D43-B77C-4B22-92A0-2419395D853F}" presName="spaceRect" presStyleCnt="0"/>
      <dgm:spPr/>
    </dgm:pt>
    <dgm:pt modelId="{BB771E64-D0B3-4D7F-AC91-6602CC65AE4B}" type="pres">
      <dgm:prSet presAssocID="{B7710D43-B77C-4B22-92A0-2419395D853F}" presName="textRect" presStyleLbl="revTx" presStyleIdx="1" presStyleCnt="4">
        <dgm:presLayoutVars>
          <dgm:chMax val="1"/>
          <dgm:chPref val="1"/>
        </dgm:presLayoutVars>
      </dgm:prSet>
      <dgm:spPr/>
    </dgm:pt>
    <dgm:pt modelId="{86D51721-7088-46B8-8432-435020DA3D15}" type="pres">
      <dgm:prSet presAssocID="{57864A69-AEB0-4079-AAE9-C32E9DB3B319}" presName="sibTrans" presStyleCnt="0"/>
      <dgm:spPr/>
    </dgm:pt>
    <dgm:pt modelId="{FCB8E8FA-4121-4AD0-B44E-6C863B3F6EB6}" type="pres">
      <dgm:prSet presAssocID="{5E3B1061-320D-4C11-AB0E-7F33EE557A0F}" presName="compNode" presStyleCnt="0"/>
      <dgm:spPr/>
    </dgm:pt>
    <dgm:pt modelId="{903D5961-A920-4F2B-8601-0DBC263691C7}" type="pres">
      <dgm:prSet presAssocID="{5E3B1061-320D-4C11-AB0E-7F33EE557A0F}" presName="iconBgRect" presStyleLbl="bgShp" presStyleIdx="2" presStyleCnt="4"/>
      <dgm:spPr/>
    </dgm:pt>
    <dgm:pt modelId="{0DFAA3DF-1EBD-4A57-B396-85361BA6D17D}" type="pres">
      <dgm:prSet presAssocID="{5E3B1061-320D-4C11-AB0E-7F33EE557A0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BD2FB7D-A96E-4F2F-96F3-295FFAB0207F}" type="pres">
      <dgm:prSet presAssocID="{5E3B1061-320D-4C11-AB0E-7F33EE557A0F}" presName="spaceRect" presStyleCnt="0"/>
      <dgm:spPr/>
    </dgm:pt>
    <dgm:pt modelId="{524233F9-317A-4CBD-B66E-609A87486E0D}" type="pres">
      <dgm:prSet presAssocID="{5E3B1061-320D-4C11-AB0E-7F33EE557A0F}" presName="textRect" presStyleLbl="revTx" presStyleIdx="2" presStyleCnt="4">
        <dgm:presLayoutVars>
          <dgm:chMax val="1"/>
          <dgm:chPref val="1"/>
        </dgm:presLayoutVars>
      </dgm:prSet>
      <dgm:spPr/>
    </dgm:pt>
    <dgm:pt modelId="{ABD9694F-D50E-4507-B6AC-53EFB56DE8E2}" type="pres">
      <dgm:prSet presAssocID="{A250E6F8-ABE9-4767-AC91-7469EC97E4EC}" presName="sibTrans" presStyleCnt="0"/>
      <dgm:spPr/>
    </dgm:pt>
    <dgm:pt modelId="{ECC8BF61-E313-4E0A-9539-E625DBE97F16}" type="pres">
      <dgm:prSet presAssocID="{CF04C2D0-BBB8-44D5-957B-A967290E5BA0}" presName="compNode" presStyleCnt="0"/>
      <dgm:spPr/>
    </dgm:pt>
    <dgm:pt modelId="{317037FD-BF7F-48B2-A6DE-3EC1EC9519CC}" type="pres">
      <dgm:prSet presAssocID="{CF04C2D0-BBB8-44D5-957B-A967290E5BA0}" presName="iconBgRect" presStyleLbl="bgShp" presStyleIdx="3" presStyleCnt="4"/>
      <dgm:spPr/>
    </dgm:pt>
    <dgm:pt modelId="{3AD5C2BB-9C55-472A-90B4-7512D35C9AE0}" type="pres">
      <dgm:prSet presAssocID="{CF04C2D0-BBB8-44D5-957B-A967290E5BA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9FD519B5-0002-487E-9465-76F5CF1110A4}" type="pres">
      <dgm:prSet presAssocID="{CF04C2D0-BBB8-44D5-957B-A967290E5BA0}" presName="spaceRect" presStyleCnt="0"/>
      <dgm:spPr/>
    </dgm:pt>
    <dgm:pt modelId="{34F24566-7915-4B92-8CA3-ED2DFB1D5139}" type="pres">
      <dgm:prSet presAssocID="{CF04C2D0-BBB8-44D5-957B-A967290E5BA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0055603-41C3-47D6-8DAB-00A7653A2E7E}" srcId="{4ED84C4E-A925-4B83-921F-58CC08161A45}" destId="{5E3B1061-320D-4C11-AB0E-7F33EE557A0F}" srcOrd="2" destOrd="0" parTransId="{E4539CC8-53EB-448A-9288-181379925EDE}" sibTransId="{A250E6F8-ABE9-4767-AC91-7469EC97E4EC}"/>
    <dgm:cxn modelId="{A7228B2C-49A6-4A44-A9C1-D42E06263AF5}" type="presOf" srcId="{4ED84C4E-A925-4B83-921F-58CC08161A45}" destId="{6738FCC1-41AA-435F-8FDA-4E6936E3F2E8}" srcOrd="0" destOrd="0" presId="urn:microsoft.com/office/officeart/2018/5/layout/IconCircleLabelList"/>
    <dgm:cxn modelId="{D7EE5F70-16FC-4F53-9766-F166BDBCD076}" type="presOf" srcId="{C0AAF6B5-C09C-4EAF-9AF8-1420F86E82F0}" destId="{06F335D6-993E-4A6A-B792-8436D32160CE}" srcOrd="0" destOrd="0" presId="urn:microsoft.com/office/officeart/2018/5/layout/IconCircleLabelList"/>
    <dgm:cxn modelId="{FCE9D173-995C-4F93-9195-C39F7669052D}" srcId="{4ED84C4E-A925-4B83-921F-58CC08161A45}" destId="{C0AAF6B5-C09C-4EAF-9AF8-1420F86E82F0}" srcOrd="0" destOrd="0" parTransId="{44EE9EB9-6EC3-466C-8F1F-06D385A35380}" sibTransId="{35907F8A-94CF-48E0-B0C0-D6C7F9E449E2}"/>
    <dgm:cxn modelId="{4A681C7C-3DA0-42C6-912B-B4E5C243F614}" type="presOf" srcId="{5E3B1061-320D-4C11-AB0E-7F33EE557A0F}" destId="{524233F9-317A-4CBD-B66E-609A87486E0D}" srcOrd="0" destOrd="0" presId="urn:microsoft.com/office/officeart/2018/5/layout/IconCircleLabelList"/>
    <dgm:cxn modelId="{2BA1259A-7CFE-4CC4-89D9-385ED380E1B2}" type="presOf" srcId="{CF04C2D0-BBB8-44D5-957B-A967290E5BA0}" destId="{34F24566-7915-4B92-8CA3-ED2DFB1D5139}" srcOrd="0" destOrd="0" presId="urn:microsoft.com/office/officeart/2018/5/layout/IconCircleLabelList"/>
    <dgm:cxn modelId="{89610FD4-B92C-40F3-A265-F3A19E03EC8F}" srcId="{4ED84C4E-A925-4B83-921F-58CC08161A45}" destId="{CF04C2D0-BBB8-44D5-957B-A967290E5BA0}" srcOrd="3" destOrd="0" parTransId="{D82B1797-4CC6-4F3E-87AC-679A7D526ED3}" sibTransId="{EBC51D71-55F8-4D08-8C79-A60665794CD7}"/>
    <dgm:cxn modelId="{2203ABD4-37B1-4431-891C-01347D3DF036}" type="presOf" srcId="{B7710D43-B77C-4B22-92A0-2419395D853F}" destId="{BB771E64-D0B3-4D7F-AC91-6602CC65AE4B}" srcOrd="0" destOrd="0" presId="urn:microsoft.com/office/officeart/2018/5/layout/IconCircleLabelList"/>
    <dgm:cxn modelId="{278EA2EF-6584-4085-A9D0-2760F9B67C97}" srcId="{4ED84C4E-A925-4B83-921F-58CC08161A45}" destId="{B7710D43-B77C-4B22-92A0-2419395D853F}" srcOrd="1" destOrd="0" parTransId="{E1F05AE9-FE76-4CAD-81DB-0CF3225DA710}" sibTransId="{57864A69-AEB0-4079-AAE9-C32E9DB3B319}"/>
    <dgm:cxn modelId="{DC191ED9-4091-41DA-B50F-C87CD0F3DA3F}" type="presParOf" srcId="{6738FCC1-41AA-435F-8FDA-4E6936E3F2E8}" destId="{E665BE44-1A68-42C7-8C45-C65B5EE87447}" srcOrd="0" destOrd="0" presId="urn:microsoft.com/office/officeart/2018/5/layout/IconCircleLabelList"/>
    <dgm:cxn modelId="{1C579029-8E79-441F-92A8-77ABCA39D7FB}" type="presParOf" srcId="{E665BE44-1A68-42C7-8C45-C65B5EE87447}" destId="{7422BB1D-2B3C-465A-94A9-F1C6E01C17E2}" srcOrd="0" destOrd="0" presId="urn:microsoft.com/office/officeart/2018/5/layout/IconCircleLabelList"/>
    <dgm:cxn modelId="{FFEEC8C1-7BBA-4593-B4E9-CB56A6B3C0F7}" type="presParOf" srcId="{E665BE44-1A68-42C7-8C45-C65B5EE87447}" destId="{5F6F89A6-33AA-47B0-A2B2-48AF8C96FBA8}" srcOrd="1" destOrd="0" presId="urn:microsoft.com/office/officeart/2018/5/layout/IconCircleLabelList"/>
    <dgm:cxn modelId="{3BF4859F-882F-4FB0-AD6E-A5E5A568BAD3}" type="presParOf" srcId="{E665BE44-1A68-42C7-8C45-C65B5EE87447}" destId="{FA916DA2-9148-4CEB-9A9B-F9BA1F6904BC}" srcOrd="2" destOrd="0" presId="urn:microsoft.com/office/officeart/2018/5/layout/IconCircleLabelList"/>
    <dgm:cxn modelId="{6E7AE339-CEDB-4B15-8D00-E54F8D819FFA}" type="presParOf" srcId="{E665BE44-1A68-42C7-8C45-C65B5EE87447}" destId="{06F335D6-993E-4A6A-B792-8436D32160CE}" srcOrd="3" destOrd="0" presId="urn:microsoft.com/office/officeart/2018/5/layout/IconCircleLabelList"/>
    <dgm:cxn modelId="{7330E069-2625-4380-8638-84C622F41BB2}" type="presParOf" srcId="{6738FCC1-41AA-435F-8FDA-4E6936E3F2E8}" destId="{D13DD91C-2718-48D9-BCA8-EAE463BADBB5}" srcOrd="1" destOrd="0" presId="urn:microsoft.com/office/officeart/2018/5/layout/IconCircleLabelList"/>
    <dgm:cxn modelId="{057050ED-9E01-4FF6-8D4E-2398E8CC3CB4}" type="presParOf" srcId="{6738FCC1-41AA-435F-8FDA-4E6936E3F2E8}" destId="{4194647E-46B8-40EA-BFF4-17EE7D72E7E9}" srcOrd="2" destOrd="0" presId="urn:microsoft.com/office/officeart/2018/5/layout/IconCircleLabelList"/>
    <dgm:cxn modelId="{0FDE7718-C284-4D54-B17B-65C8DB33451E}" type="presParOf" srcId="{4194647E-46B8-40EA-BFF4-17EE7D72E7E9}" destId="{9F8FE5D4-00F7-46A7-812A-1AB45041D60B}" srcOrd="0" destOrd="0" presId="urn:microsoft.com/office/officeart/2018/5/layout/IconCircleLabelList"/>
    <dgm:cxn modelId="{CF1B2ADC-61D7-4B25-94D8-68BC5CA19ED3}" type="presParOf" srcId="{4194647E-46B8-40EA-BFF4-17EE7D72E7E9}" destId="{C99E60F2-0B85-42D0-B064-BFD091015F29}" srcOrd="1" destOrd="0" presId="urn:microsoft.com/office/officeart/2018/5/layout/IconCircleLabelList"/>
    <dgm:cxn modelId="{9C20741F-B845-4C32-8EF7-0D2178251D9D}" type="presParOf" srcId="{4194647E-46B8-40EA-BFF4-17EE7D72E7E9}" destId="{33C983C4-8773-417A-927B-CB72D05E8C91}" srcOrd="2" destOrd="0" presId="urn:microsoft.com/office/officeart/2018/5/layout/IconCircleLabelList"/>
    <dgm:cxn modelId="{43756C76-674B-4D84-9A08-00A03B2E291E}" type="presParOf" srcId="{4194647E-46B8-40EA-BFF4-17EE7D72E7E9}" destId="{BB771E64-D0B3-4D7F-AC91-6602CC65AE4B}" srcOrd="3" destOrd="0" presId="urn:microsoft.com/office/officeart/2018/5/layout/IconCircleLabelList"/>
    <dgm:cxn modelId="{07B84A33-0982-49CD-9FA0-A9371CC7AEA1}" type="presParOf" srcId="{6738FCC1-41AA-435F-8FDA-4E6936E3F2E8}" destId="{86D51721-7088-46B8-8432-435020DA3D15}" srcOrd="3" destOrd="0" presId="urn:microsoft.com/office/officeart/2018/5/layout/IconCircleLabelList"/>
    <dgm:cxn modelId="{89EC1F97-87B4-4550-BFFA-B3CE168C0568}" type="presParOf" srcId="{6738FCC1-41AA-435F-8FDA-4E6936E3F2E8}" destId="{FCB8E8FA-4121-4AD0-B44E-6C863B3F6EB6}" srcOrd="4" destOrd="0" presId="urn:microsoft.com/office/officeart/2018/5/layout/IconCircleLabelList"/>
    <dgm:cxn modelId="{4CE3056A-0014-441E-9772-1EB3CE9F72B8}" type="presParOf" srcId="{FCB8E8FA-4121-4AD0-B44E-6C863B3F6EB6}" destId="{903D5961-A920-4F2B-8601-0DBC263691C7}" srcOrd="0" destOrd="0" presId="urn:microsoft.com/office/officeart/2018/5/layout/IconCircleLabelList"/>
    <dgm:cxn modelId="{3BF4D1F1-6D5D-4311-B791-E2100EDE42BD}" type="presParOf" srcId="{FCB8E8FA-4121-4AD0-B44E-6C863B3F6EB6}" destId="{0DFAA3DF-1EBD-4A57-B396-85361BA6D17D}" srcOrd="1" destOrd="0" presId="urn:microsoft.com/office/officeart/2018/5/layout/IconCircleLabelList"/>
    <dgm:cxn modelId="{E64BB6CB-16F0-49E0-85FD-9FB495541581}" type="presParOf" srcId="{FCB8E8FA-4121-4AD0-B44E-6C863B3F6EB6}" destId="{EBD2FB7D-A96E-4F2F-96F3-295FFAB0207F}" srcOrd="2" destOrd="0" presId="urn:microsoft.com/office/officeart/2018/5/layout/IconCircleLabelList"/>
    <dgm:cxn modelId="{DF9E8D8A-8D61-4987-A62D-FAC3265C8D19}" type="presParOf" srcId="{FCB8E8FA-4121-4AD0-B44E-6C863B3F6EB6}" destId="{524233F9-317A-4CBD-B66E-609A87486E0D}" srcOrd="3" destOrd="0" presId="urn:microsoft.com/office/officeart/2018/5/layout/IconCircleLabelList"/>
    <dgm:cxn modelId="{1760557D-02AC-4CC9-A8A2-A0D7CB313F6F}" type="presParOf" srcId="{6738FCC1-41AA-435F-8FDA-4E6936E3F2E8}" destId="{ABD9694F-D50E-4507-B6AC-53EFB56DE8E2}" srcOrd="5" destOrd="0" presId="urn:microsoft.com/office/officeart/2018/5/layout/IconCircleLabelList"/>
    <dgm:cxn modelId="{5B2F4701-150B-4FC6-A3F7-34A1BD325216}" type="presParOf" srcId="{6738FCC1-41AA-435F-8FDA-4E6936E3F2E8}" destId="{ECC8BF61-E313-4E0A-9539-E625DBE97F16}" srcOrd="6" destOrd="0" presId="urn:microsoft.com/office/officeart/2018/5/layout/IconCircleLabelList"/>
    <dgm:cxn modelId="{770D63D5-BBDB-4C17-9087-DB15EA6F2084}" type="presParOf" srcId="{ECC8BF61-E313-4E0A-9539-E625DBE97F16}" destId="{317037FD-BF7F-48B2-A6DE-3EC1EC9519CC}" srcOrd="0" destOrd="0" presId="urn:microsoft.com/office/officeart/2018/5/layout/IconCircleLabelList"/>
    <dgm:cxn modelId="{31EB967A-BD55-44CB-86C8-6C8182728B1F}" type="presParOf" srcId="{ECC8BF61-E313-4E0A-9539-E625DBE97F16}" destId="{3AD5C2BB-9C55-472A-90B4-7512D35C9AE0}" srcOrd="1" destOrd="0" presId="urn:microsoft.com/office/officeart/2018/5/layout/IconCircleLabelList"/>
    <dgm:cxn modelId="{992CB327-64D3-48A0-B78F-E1C3E0F1D465}" type="presParOf" srcId="{ECC8BF61-E313-4E0A-9539-E625DBE97F16}" destId="{9FD519B5-0002-487E-9465-76F5CF1110A4}" srcOrd="2" destOrd="0" presId="urn:microsoft.com/office/officeart/2018/5/layout/IconCircleLabelList"/>
    <dgm:cxn modelId="{483669A3-23AA-4E39-A28F-A94FD3F30D5F}" type="presParOf" srcId="{ECC8BF61-E313-4E0A-9539-E625DBE97F16}" destId="{34F24566-7915-4B92-8CA3-ED2DFB1D513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9AA38B0-3B51-4815-ADEA-ECBB677DC0F4}" type="doc">
      <dgm:prSet loTypeId="urn:microsoft.com/office/officeart/2018/2/layout/IconVerticalSolidList" loCatId="icon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69EEF65E-1FE5-4D3F-83BF-15ECF842444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Delivered a stakeholder-ready, explainable GPS jamming detection framework.</a:t>
          </a:r>
        </a:p>
      </dgm:t>
    </dgm:pt>
    <dgm:pt modelId="{ACE76080-ECBA-423B-A2E6-97D3A5245E38}" type="parTrans" cxnId="{7CFE1C49-2721-4869-A26B-08AC35D09474}">
      <dgm:prSet/>
      <dgm:spPr/>
      <dgm:t>
        <a:bodyPr/>
        <a:lstStyle/>
        <a:p>
          <a:endParaRPr lang="en-US"/>
        </a:p>
      </dgm:t>
    </dgm:pt>
    <dgm:pt modelId="{EB9F00B7-8CE3-434B-BF47-CDCFE9B00779}" type="sibTrans" cxnId="{7CFE1C49-2721-4869-A26B-08AC35D09474}">
      <dgm:prSet/>
      <dgm:spPr/>
      <dgm:t>
        <a:bodyPr/>
        <a:lstStyle/>
        <a:p>
          <a:endParaRPr lang="en-US"/>
        </a:p>
      </dgm:t>
    </dgm:pt>
    <dgm:pt modelId="{6413F619-6403-4EBB-8554-4978922847D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Outcome:</a:t>
          </a:r>
        </a:p>
      </dgm:t>
    </dgm:pt>
    <dgm:pt modelId="{0E70877B-4234-4122-B842-7410C33204F9}" type="parTrans" cxnId="{68D19C68-0789-40DE-93CF-5552A71CA679}">
      <dgm:prSet/>
      <dgm:spPr/>
      <dgm:t>
        <a:bodyPr/>
        <a:lstStyle/>
        <a:p>
          <a:endParaRPr lang="en-US"/>
        </a:p>
      </dgm:t>
    </dgm:pt>
    <dgm:pt modelId="{CD9E2712-577B-426D-A9F4-B0C1A24E306A}" type="sibTrans" cxnId="{68D19C68-0789-40DE-93CF-5552A71CA679}">
      <dgm:prSet/>
      <dgm:spPr/>
      <dgm:t>
        <a:bodyPr/>
        <a:lstStyle/>
        <a:p>
          <a:endParaRPr lang="en-US"/>
        </a:p>
      </dgm:t>
    </dgm:pt>
    <dgm:pt modelId="{B292A1F1-CBEB-4799-BF18-7FD4BC8657A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Transparent, conservative, and operationally deployable solution for maritime anomaly detection.</a:t>
          </a:r>
        </a:p>
      </dgm:t>
    </dgm:pt>
    <dgm:pt modelId="{96479AC6-D58B-4599-B268-5D6E9F4DD7BF}" type="parTrans" cxnId="{BF005170-4491-4B20-9480-B0854ED9E79C}">
      <dgm:prSet/>
      <dgm:spPr/>
      <dgm:t>
        <a:bodyPr/>
        <a:lstStyle/>
        <a:p>
          <a:endParaRPr lang="en-US"/>
        </a:p>
      </dgm:t>
    </dgm:pt>
    <dgm:pt modelId="{96CA41BD-B1FB-4548-BA5E-D61763FE1B48}" type="sibTrans" cxnId="{BF005170-4491-4B20-9480-B0854ED9E79C}">
      <dgm:prSet/>
      <dgm:spPr/>
      <dgm:t>
        <a:bodyPr/>
        <a:lstStyle/>
        <a:p>
          <a:endParaRPr lang="en-US"/>
        </a:p>
      </dgm:t>
    </dgm:pt>
    <dgm:pt modelId="{03FFB60A-AC65-4FD7-9A12-D3089FDB541B}" type="pres">
      <dgm:prSet presAssocID="{19AA38B0-3B51-4815-ADEA-ECBB677DC0F4}" presName="root" presStyleCnt="0">
        <dgm:presLayoutVars>
          <dgm:dir/>
          <dgm:resizeHandles val="exact"/>
        </dgm:presLayoutVars>
      </dgm:prSet>
      <dgm:spPr/>
    </dgm:pt>
    <dgm:pt modelId="{BDD2CACB-A102-4158-AEC2-2BA19428D898}" type="pres">
      <dgm:prSet presAssocID="{69EEF65E-1FE5-4D3F-83BF-15ECF8424448}" presName="compNode" presStyleCnt="0"/>
      <dgm:spPr/>
    </dgm:pt>
    <dgm:pt modelId="{D1518616-ACBF-4ED8-8A15-3F0C06397629}" type="pres">
      <dgm:prSet presAssocID="{69EEF65E-1FE5-4D3F-83BF-15ECF8424448}" presName="bgRect" presStyleLbl="bgShp" presStyleIdx="0" presStyleCnt="3"/>
      <dgm:spPr/>
    </dgm:pt>
    <dgm:pt modelId="{A65D30EC-FF59-497A-9AE6-B1C4781BE38C}" type="pres">
      <dgm:prSet presAssocID="{69EEF65E-1FE5-4D3F-83BF-15ECF842444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atellite"/>
        </a:ext>
      </dgm:extLst>
    </dgm:pt>
    <dgm:pt modelId="{55E61496-E60A-4962-A7CF-388115854F9E}" type="pres">
      <dgm:prSet presAssocID="{69EEF65E-1FE5-4D3F-83BF-15ECF8424448}" presName="spaceRect" presStyleCnt="0"/>
      <dgm:spPr/>
    </dgm:pt>
    <dgm:pt modelId="{AA274F0B-6F61-4C2E-8177-9C448CBF444B}" type="pres">
      <dgm:prSet presAssocID="{69EEF65E-1FE5-4D3F-83BF-15ECF8424448}" presName="parTx" presStyleLbl="revTx" presStyleIdx="0" presStyleCnt="3">
        <dgm:presLayoutVars>
          <dgm:chMax val="0"/>
          <dgm:chPref val="0"/>
        </dgm:presLayoutVars>
      </dgm:prSet>
      <dgm:spPr/>
    </dgm:pt>
    <dgm:pt modelId="{02B0225A-4580-43BC-8A96-684FB6A446F5}" type="pres">
      <dgm:prSet presAssocID="{EB9F00B7-8CE3-434B-BF47-CDCFE9B00779}" presName="sibTrans" presStyleCnt="0"/>
      <dgm:spPr/>
    </dgm:pt>
    <dgm:pt modelId="{3A0BFCBF-4D76-4287-819D-15C0269E6D6B}" type="pres">
      <dgm:prSet presAssocID="{6413F619-6403-4EBB-8554-4978922847D3}" presName="compNode" presStyleCnt="0"/>
      <dgm:spPr/>
    </dgm:pt>
    <dgm:pt modelId="{C0BCB083-2F16-4D6C-8CC9-D174692B4AD9}" type="pres">
      <dgm:prSet presAssocID="{6413F619-6403-4EBB-8554-4978922847D3}" presName="bgRect" presStyleLbl="bgShp" presStyleIdx="1" presStyleCnt="3"/>
      <dgm:spPr/>
    </dgm:pt>
    <dgm:pt modelId="{2D4D654D-8B3F-4D6D-AC5F-8B7089B0966E}" type="pres">
      <dgm:prSet presAssocID="{6413F619-6403-4EBB-8554-4978922847D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C6E7E81-C206-404C-A7DA-27900998C673}" type="pres">
      <dgm:prSet presAssocID="{6413F619-6403-4EBB-8554-4978922847D3}" presName="spaceRect" presStyleCnt="0"/>
      <dgm:spPr/>
    </dgm:pt>
    <dgm:pt modelId="{553207E2-5793-4144-BEA0-30585AEE6C0F}" type="pres">
      <dgm:prSet presAssocID="{6413F619-6403-4EBB-8554-4978922847D3}" presName="parTx" presStyleLbl="revTx" presStyleIdx="1" presStyleCnt="3">
        <dgm:presLayoutVars>
          <dgm:chMax val="0"/>
          <dgm:chPref val="0"/>
        </dgm:presLayoutVars>
      </dgm:prSet>
      <dgm:spPr/>
    </dgm:pt>
    <dgm:pt modelId="{09BA8815-AC78-4E2F-81FE-DE23BCC5FA12}" type="pres">
      <dgm:prSet presAssocID="{CD9E2712-577B-426D-A9F4-B0C1A24E306A}" presName="sibTrans" presStyleCnt="0"/>
      <dgm:spPr/>
    </dgm:pt>
    <dgm:pt modelId="{29AD5E76-12D5-4B4A-A7B8-107301107C39}" type="pres">
      <dgm:prSet presAssocID="{B292A1F1-CBEB-4799-BF18-7FD4BC8657A5}" presName="compNode" presStyleCnt="0"/>
      <dgm:spPr/>
    </dgm:pt>
    <dgm:pt modelId="{C6640556-C595-48E8-B943-0A0FAE746D3B}" type="pres">
      <dgm:prSet presAssocID="{B292A1F1-CBEB-4799-BF18-7FD4BC8657A5}" presName="bgRect" presStyleLbl="bgShp" presStyleIdx="2" presStyleCnt="3"/>
      <dgm:spPr/>
    </dgm:pt>
    <dgm:pt modelId="{7E58C47D-D631-4C60-AA17-7C48DA6557D0}" type="pres">
      <dgm:prSet presAssocID="{B292A1F1-CBEB-4799-BF18-7FD4BC8657A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nchor"/>
        </a:ext>
      </dgm:extLst>
    </dgm:pt>
    <dgm:pt modelId="{BE56C2DE-55D7-4872-BDED-4D6FAA8D2578}" type="pres">
      <dgm:prSet presAssocID="{B292A1F1-CBEB-4799-BF18-7FD4BC8657A5}" presName="spaceRect" presStyleCnt="0"/>
      <dgm:spPr/>
    </dgm:pt>
    <dgm:pt modelId="{E2909CC0-0E1B-408A-B119-A485D317BA6A}" type="pres">
      <dgm:prSet presAssocID="{B292A1F1-CBEB-4799-BF18-7FD4BC8657A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3A0E13D-3A89-DD40-8C6B-D95D8F11FBDD}" type="presOf" srcId="{B292A1F1-CBEB-4799-BF18-7FD4BC8657A5}" destId="{E2909CC0-0E1B-408A-B119-A485D317BA6A}" srcOrd="0" destOrd="0" presId="urn:microsoft.com/office/officeart/2018/2/layout/IconVerticalSolidList"/>
    <dgm:cxn modelId="{49AFEA44-5BC6-D347-8881-5FAF377E768B}" type="presOf" srcId="{69EEF65E-1FE5-4D3F-83BF-15ECF8424448}" destId="{AA274F0B-6F61-4C2E-8177-9C448CBF444B}" srcOrd="0" destOrd="0" presId="urn:microsoft.com/office/officeart/2018/2/layout/IconVerticalSolidList"/>
    <dgm:cxn modelId="{7CFE1C49-2721-4869-A26B-08AC35D09474}" srcId="{19AA38B0-3B51-4815-ADEA-ECBB677DC0F4}" destId="{69EEF65E-1FE5-4D3F-83BF-15ECF8424448}" srcOrd="0" destOrd="0" parTransId="{ACE76080-ECBA-423B-A2E6-97D3A5245E38}" sibTransId="{EB9F00B7-8CE3-434B-BF47-CDCFE9B00779}"/>
    <dgm:cxn modelId="{2F6B0A4A-7A4C-9F49-8AEC-33B5CAFCBB30}" type="presOf" srcId="{19AA38B0-3B51-4815-ADEA-ECBB677DC0F4}" destId="{03FFB60A-AC65-4FD7-9A12-D3089FDB541B}" srcOrd="0" destOrd="0" presId="urn:microsoft.com/office/officeart/2018/2/layout/IconVerticalSolidList"/>
    <dgm:cxn modelId="{68D19C68-0789-40DE-93CF-5552A71CA679}" srcId="{19AA38B0-3B51-4815-ADEA-ECBB677DC0F4}" destId="{6413F619-6403-4EBB-8554-4978922847D3}" srcOrd="1" destOrd="0" parTransId="{0E70877B-4234-4122-B842-7410C33204F9}" sibTransId="{CD9E2712-577B-426D-A9F4-B0C1A24E306A}"/>
    <dgm:cxn modelId="{BF005170-4491-4B20-9480-B0854ED9E79C}" srcId="{19AA38B0-3B51-4815-ADEA-ECBB677DC0F4}" destId="{B292A1F1-CBEB-4799-BF18-7FD4BC8657A5}" srcOrd="2" destOrd="0" parTransId="{96479AC6-D58B-4599-B268-5D6E9F4DD7BF}" sibTransId="{96CA41BD-B1FB-4548-BA5E-D61763FE1B48}"/>
    <dgm:cxn modelId="{3E1D0DC9-C6B1-1145-81AE-E44D7FD1A85F}" type="presOf" srcId="{6413F619-6403-4EBB-8554-4978922847D3}" destId="{553207E2-5793-4144-BEA0-30585AEE6C0F}" srcOrd="0" destOrd="0" presId="urn:microsoft.com/office/officeart/2018/2/layout/IconVerticalSolidList"/>
    <dgm:cxn modelId="{A65F1399-2BFF-4C43-A976-7E146178E682}" type="presParOf" srcId="{03FFB60A-AC65-4FD7-9A12-D3089FDB541B}" destId="{BDD2CACB-A102-4158-AEC2-2BA19428D898}" srcOrd="0" destOrd="0" presId="urn:microsoft.com/office/officeart/2018/2/layout/IconVerticalSolidList"/>
    <dgm:cxn modelId="{FBB394D5-5F96-5243-BAAD-D4261204F482}" type="presParOf" srcId="{BDD2CACB-A102-4158-AEC2-2BA19428D898}" destId="{D1518616-ACBF-4ED8-8A15-3F0C06397629}" srcOrd="0" destOrd="0" presId="urn:microsoft.com/office/officeart/2018/2/layout/IconVerticalSolidList"/>
    <dgm:cxn modelId="{E4666473-30B4-3548-8BF8-AB48B7A09B68}" type="presParOf" srcId="{BDD2CACB-A102-4158-AEC2-2BA19428D898}" destId="{A65D30EC-FF59-497A-9AE6-B1C4781BE38C}" srcOrd="1" destOrd="0" presId="urn:microsoft.com/office/officeart/2018/2/layout/IconVerticalSolidList"/>
    <dgm:cxn modelId="{16425F99-4A80-8C47-8054-ACC2B698D462}" type="presParOf" srcId="{BDD2CACB-A102-4158-AEC2-2BA19428D898}" destId="{55E61496-E60A-4962-A7CF-388115854F9E}" srcOrd="2" destOrd="0" presId="urn:microsoft.com/office/officeart/2018/2/layout/IconVerticalSolidList"/>
    <dgm:cxn modelId="{7C24B3F7-FB38-E94E-8218-334EBDC7947C}" type="presParOf" srcId="{BDD2CACB-A102-4158-AEC2-2BA19428D898}" destId="{AA274F0B-6F61-4C2E-8177-9C448CBF444B}" srcOrd="3" destOrd="0" presId="urn:microsoft.com/office/officeart/2018/2/layout/IconVerticalSolidList"/>
    <dgm:cxn modelId="{F3F6A25F-7081-1743-BB45-1714623AE090}" type="presParOf" srcId="{03FFB60A-AC65-4FD7-9A12-D3089FDB541B}" destId="{02B0225A-4580-43BC-8A96-684FB6A446F5}" srcOrd="1" destOrd="0" presId="urn:microsoft.com/office/officeart/2018/2/layout/IconVerticalSolidList"/>
    <dgm:cxn modelId="{818E05AC-623D-FE40-B27A-C157868F10F3}" type="presParOf" srcId="{03FFB60A-AC65-4FD7-9A12-D3089FDB541B}" destId="{3A0BFCBF-4D76-4287-819D-15C0269E6D6B}" srcOrd="2" destOrd="0" presId="urn:microsoft.com/office/officeart/2018/2/layout/IconVerticalSolidList"/>
    <dgm:cxn modelId="{43CA2323-AE02-8C4A-B28D-CC371571CC80}" type="presParOf" srcId="{3A0BFCBF-4D76-4287-819D-15C0269E6D6B}" destId="{C0BCB083-2F16-4D6C-8CC9-D174692B4AD9}" srcOrd="0" destOrd="0" presId="urn:microsoft.com/office/officeart/2018/2/layout/IconVerticalSolidList"/>
    <dgm:cxn modelId="{4C7B93B4-9812-0E48-B820-95D2273C1E59}" type="presParOf" srcId="{3A0BFCBF-4D76-4287-819D-15C0269E6D6B}" destId="{2D4D654D-8B3F-4D6D-AC5F-8B7089B0966E}" srcOrd="1" destOrd="0" presId="urn:microsoft.com/office/officeart/2018/2/layout/IconVerticalSolidList"/>
    <dgm:cxn modelId="{E6532B9D-22FF-B842-AFB3-7411E17E7C37}" type="presParOf" srcId="{3A0BFCBF-4D76-4287-819D-15C0269E6D6B}" destId="{7C6E7E81-C206-404C-A7DA-27900998C673}" srcOrd="2" destOrd="0" presId="urn:microsoft.com/office/officeart/2018/2/layout/IconVerticalSolidList"/>
    <dgm:cxn modelId="{773D45E5-B4BF-484C-A056-939F66E93924}" type="presParOf" srcId="{3A0BFCBF-4D76-4287-819D-15C0269E6D6B}" destId="{553207E2-5793-4144-BEA0-30585AEE6C0F}" srcOrd="3" destOrd="0" presId="urn:microsoft.com/office/officeart/2018/2/layout/IconVerticalSolidList"/>
    <dgm:cxn modelId="{27789408-9CE4-8143-B0BB-37297CA7C1F8}" type="presParOf" srcId="{03FFB60A-AC65-4FD7-9A12-D3089FDB541B}" destId="{09BA8815-AC78-4E2F-81FE-DE23BCC5FA12}" srcOrd="3" destOrd="0" presId="urn:microsoft.com/office/officeart/2018/2/layout/IconVerticalSolidList"/>
    <dgm:cxn modelId="{2F071D91-0B4E-DA49-A689-10785A6E1E3D}" type="presParOf" srcId="{03FFB60A-AC65-4FD7-9A12-D3089FDB541B}" destId="{29AD5E76-12D5-4B4A-A7B8-107301107C39}" srcOrd="4" destOrd="0" presId="urn:microsoft.com/office/officeart/2018/2/layout/IconVerticalSolidList"/>
    <dgm:cxn modelId="{946D8284-A6D8-3848-ADDF-6897F274FFCA}" type="presParOf" srcId="{29AD5E76-12D5-4B4A-A7B8-107301107C39}" destId="{C6640556-C595-48E8-B943-0A0FAE746D3B}" srcOrd="0" destOrd="0" presId="urn:microsoft.com/office/officeart/2018/2/layout/IconVerticalSolidList"/>
    <dgm:cxn modelId="{1FE8DA9F-6007-0A49-AE77-F6B30AE04E3D}" type="presParOf" srcId="{29AD5E76-12D5-4B4A-A7B8-107301107C39}" destId="{7E58C47D-D631-4C60-AA17-7C48DA6557D0}" srcOrd="1" destOrd="0" presId="urn:microsoft.com/office/officeart/2018/2/layout/IconVerticalSolidList"/>
    <dgm:cxn modelId="{9C730FAE-CAEA-7140-86F3-EDC91DEC968B}" type="presParOf" srcId="{29AD5E76-12D5-4B4A-A7B8-107301107C39}" destId="{BE56C2DE-55D7-4872-BDED-4D6FAA8D2578}" srcOrd="2" destOrd="0" presId="urn:microsoft.com/office/officeart/2018/2/layout/IconVerticalSolidList"/>
    <dgm:cxn modelId="{7E3DADAC-440F-ED44-AC1C-C9887AAE4019}" type="presParOf" srcId="{29AD5E76-12D5-4B4A-A7B8-107301107C39}" destId="{E2909CC0-0E1B-408A-B119-A485D317BA6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A2ABFA-2286-4856-8CCB-C94B4BED5D54}">
      <dsp:nvSpPr>
        <dsp:cNvPr id="0" name=""/>
        <dsp:cNvSpPr/>
      </dsp:nvSpPr>
      <dsp:spPr>
        <a:xfrm>
          <a:off x="0" y="4307"/>
          <a:ext cx="4773168" cy="91753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18161F-6870-4DAD-8D30-D23B4B383A8B}">
      <dsp:nvSpPr>
        <dsp:cNvPr id="0" name=""/>
        <dsp:cNvSpPr/>
      </dsp:nvSpPr>
      <dsp:spPr>
        <a:xfrm>
          <a:off x="277554" y="210753"/>
          <a:ext cx="504644" cy="5046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09BAA9-BA64-4D27-9065-084B0B6C2712}">
      <dsp:nvSpPr>
        <dsp:cNvPr id="0" name=""/>
        <dsp:cNvSpPr/>
      </dsp:nvSpPr>
      <dsp:spPr>
        <a:xfrm>
          <a:off x="1059754" y="4307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Detect and label false vessel meetings in the Red Sea region caused by GPS jamming or spoofing events.</a:t>
          </a:r>
        </a:p>
      </dsp:txBody>
      <dsp:txXfrm>
        <a:off x="1059754" y="4307"/>
        <a:ext cx="3713413" cy="917536"/>
      </dsp:txXfrm>
    </dsp:sp>
    <dsp:sp modelId="{BEFE0AC8-AA26-4E49-A21B-AB45DC4B2D88}">
      <dsp:nvSpPr>
        <dsp:cNvPr id="0" name=""/>
        <dsp:cNvSpPr/>
      </dsp:nvSpPr>
      <dsp:spPr>
        <a:xfrm>
          <a:off x="0" y="1151227"/>
          <a:ext cx="4773168" cy="91753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6F57B1-A0C1-4A7E-86F8-D148726CCAA5}">
      <dsp:nvSpPr>
        <dsp:cNvPr id="0" name=""/>
        <dsp:cNvSpPr/>
      </dsp:nvSpPr>
      <dsp:spPr>
        <a:xfrm>
          <a:off x="277554" y="1357673"/>
          <a:ext cx="504644" cy="5046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673396-C0E6-4F01-8710-D46BCB56CAA7}">
      <dsp:nvSpPr>
        <dsp:cNvPr id="0" name=""/>
        <dsp:cNvSpPr/>
      </dsp:nvSpPr>
      <dsp:spPr>
        <a:xfrm>
          <a:off x="1059754" y="1151227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Goals:</a:t>
          </a:r>
        </a:p>
      </dsp:txBody>
      <dsp:txXfrm>
        <a:off x="1059754" y="1151227"/>
        <a:ext cx="3713413" cy="917536"/>
      </dsp:txXfrm>
    </dsp:sp>
    <dsp:sp modelId="{5AB4BFBE-9765-41E8-BF6F-17F26A8E6C77}">
      <dsp:nvSpPr>
        <dsp:cNvPr id="0" name=""/>
        <dsp:cNvSpPr/>
      </dsp:nvSpPr>
      <dsp:spPr>
        <a:xfrm>
          <a:off x="0" y="2298147"/>
          <a:ext cx="4773168" cy="91753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EAF246-8EFC-4FB7-9067-967597DA8EAD}">
      <dsp:nvSpPr>
        <dsp:cNvPr id="0" name=""/>
        <dsp:cNvSpPr/>
      </dsp:nvSpPr>
      <dsp:spPr>
        <a:xfrm>
          <a:off x="277554" y="2504593"/>
          <a:ext cx="504644" cy="5046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F501DB-A420-42FE-9BB0-7E0771F7C9AA}">
      <dsp:nvSpPr>
        <dsp:cNvPr id="0" name=""/>
        <dsp:cNvSpPr/>
      </dsp:nvSpPr>
      <dsp:spPr>
        <a:xfrm>
          <a:off x="1059754" y="2298147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Identify suspicious GPS-based vessel meetings</a:t>
          </a:r>
        </a:p>
      </dsp:txBody>
      <dsp:txXfrm>
        <a:off x="1059754" y="2298147"/>
        <a:ext cx="3713413" cy="917536"/>
      </dsp:txXfrm>
    </dsp:sp>
    <dsp:sp modelId="{3F0188DF-842C-47BA-87F3-A9B1B97B330D}">
      <dsp:nvSpPr>
        <dsp:cNvPr id="0" name=""/>
        <dsp:cNvSpPr/>
      </dsp:nvSpPr>
      <dsp:spPr>
        <a:xfrm>
          <a:off x="0" y="3445068"/>
          <a:ext cx="4773168" cy="91753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19EC74-BC9E-41A2-A8C0-9E43CD400D72}">
      <dsp:nvSpPr>
        <dsp:cNvPr id="0" name=""/>
        <dsp:cNvSpPr/>
      </dsp:nvSpPr>
      <dsp:spPr>
        <a:xfrm>
          <a:off x="277554" y="3651513"/>
          <a:ext cx="504644" cy="50464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DAC918-F62D-444E-9DFA-8EFB9CBC55A9}">
      <dsp:nvSpPr>
        <dsp:cNvPr id="0" name=""/>
        <dsp:cNvSpPr/>
      </dsp:nvSpPr>
      <dsp:spPr>
        <a:xfrm>
          <a:off x="1059754" y="3445068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Apply explainable rule-based classification</a:t>
          </a:r>
        </a:p>
      </dsp:txBody>
      <dsp:txXfrm>
        <a:off x="1059754" y="3445068"/>
        <a:ext cx="3713413" cy="917536"/>
      </dsp:txXfrm>
    </dsp:sp>
    <dsp:sp modelId="{57D6AC09-2130-4E2B-9E09-3D72EB139DF4}">
      <dsp:nvSpPr>
        <dsp:cNvPr id="0" name=""/>
        <dsp:cNvSpPr/>
      </dsp:nvSpPr>
      <dsp:spPr>
        <a:xfrm>
          <a:off x="0" y="4591988"/>
          <a:ext cx="4773168" cy="917536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40CE8F-359E-48C3-8F6E-659CD2A271DA}">
      <dsp:nvSpPr>
        <dsp:cNvPr id="0" name=""/>
        <dsp:cNvSpPr/>
      </dsp:nvSpPr>
      <dsp:spPr>
        <a:xfrm>
          <a:off x="277554" y="4798433"/>
          <a:ext cx="504644" cy="50464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7650D1-7650-47A7-BBA3-4F1176537A7F}">
      <dsp:nvSpPr>
        <dsp:cNvPr id="0" name=""/>
        <dsp:cNvSpPr/>
      </dsp:nvSpPr>
      <dsp:spPr>
        <a:xfrm>
          <a:off x="1059754" y="4591988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Generate summary insights and recommendations</a:t>
          </a:r>
        </a:p>
      </dsp:txBody>
      <dsp:txXfrm>
        <a:off x="1059754" y="4591988"/>
        <a:ext cx="3713413" cy="9175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BD2EC2-E86E-5046-A0B7-8E458DE7AE86}">
      <dsp:nvSpPr>
        <dsp:cNvPr id="0" name=""/>
        <dsp:cNvSpPr/>
      </dsp:nvSpPr>
      <dsp:spPr>
        <a:xfrm>
          <a:off x="3212678" y="1298"/>
          <a:ext cx="1804243" cy="1804243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• ~71,000 records across 30 columns</a:t>
          </a:r>
        </a:p>
      </dsp:txBody>
      <dsp:txXfrm>
        <a:off x="3663739" y="1298"/>
        <a:ext cx="902121" cy="1488500"/>
      </dsp:txXfrm>
    </dsp:sp>
    <dsp:sp modelId="{F07DAD7A-0C83-174C-AEBF-462CDC6AA399}">
      <dsp:nvSpPr>
        <dsp:cNvPr id="0" name=""/>
        <dsp:cNvSpPr/>
      </dsp:nvSpPr>
      <dsp:spPr>
        <a:xfrm rot="5400000">
          <a:off x="4572239" y="1360859"/>
          <a:ext cx="1804243" cy="1804243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• Vessel info: Name, Flag, Class, Coordinates, Duration</a:t>
          </a:r>
        </a:p>
      </dsp:txBody>
      <dsp:txXfrm rot="-5400000">
        <a:off x="4887983" y="1811920"/>
        <a:ext cx="1488500" cy="902121"/>
      </dsp:txXfrm>
    </dsp:sp>
    <dsp:sp modelId="{49DB7334-5CBA-0D48-BDDA-31C1FA5AF3BC}">
      <dsp:nvSpPr>
        <dsp:cNvPr id="0" name=""/>
        <dsp:cNvSpPr/>
      </dsp:nvSpPr>
      <dsp:spPr>
        <a:xfrm rot="10800000">
          <a:off x="3212678" y="2720420"/>
          <a:ext cx="1804243" cy="1804243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• Missing values mainly in ports/subclass fields (expected)</a:t>
          </a:r>
        </a:p>
      </dsp:txBody>
      <dsp:txXfrm rot="10800000">
        <a:off x="3663739" y="3036163"/>
        <a:ext cx="902121" cy="1488500"/>
      </dsp:txXfrm>
    </dsp:sp>
    <dsp:sp modelId="{2F210FF9-4F59-B248-AD36-39EBEEBBB6B5}">
      <dsp:nvSpPr>
        <dsp:cNvPr id="0" name=""/>
        <dsp:cNvSpPr/>
      </dsp:nvSpPr>
      <dsp:spPr>
        <a:xfrm rot="16200000">
          <a:off x="1853117" y="1360859"/>
          <a:ext cx="1804243" cy="1804243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• High completeness in key analysis columns</a:t>
          </a:r>
        </a:p>
      </dsp:txBody>
      <dsp:txXfrm rot="5400000">
        <a:off x="1853118" y="1811920"/>
        <a:ext cx="1488500" cy="90212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CA2DF5-EB0D-E448-99D6-DB79546F2BC0}">
      <dsp:nvSpPr>
        <dsp:cNvPr id="0" name=""/>
        <dsp:cNvSpPr/>
      </dsp:nvSpPr>
      <dsp:spPr>
        <a:xfrm>
          <a:off x="625015" y="1660488"/>
          <a:ext cx="500012" cy="7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91DDF9-F95E-7E43-BC89-3FBFC5A97938}">
      <dsp:nvSpPr>
        <dsp:cNvPr id="0" name=""/>
        <dsp:cNvSpPr/>
      </dsp:nvSpPr>
      <dsp:spPr>
        <a:xfrm>
          <a:off x="1155028" y="1618522"/>
          <a:ext cx="57501" cy="107589"/>
        </a:xfrm>
        <a:prstGeom prst="chevron">
          <a:avLst>
            <a:gd name="adj" fmla="val 90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543795-33DF-D14A-A476-6E85D406E58D}">
      <dsp:nvSpPr>
        <dsp:cNvPr id="0" name=""/>
        <dsp:cNvSpPr/>
      </dsp:nvSpPr>
      <dsp:spPr>
        <a:xfrm>
          <a:off x="344989" y="1442999"/>
          <a:ext cx="435048" cy="435048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882" tIns="16882" rIns="16882" bIns="16882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1</a:t>
          </a:r>
        </a:p>
      </dsp:txBody>
      <dsp:txXfrm>
        <a:off x="408700" y="1506710"/>
        <a:ext cx="307626" cy="307626"/>
      </dsp:txXfrm>
    </dsp:sp>
    <dsp:sp modelId="{EAD2EED5-883B-7747-9E04-C8E7E25C979F}">
      <dsp:nvSpPr>
        <dsp:cNvPr id="0" name=""/>
        <dsp:cNvSpPr/>
      </dsp:nvSpPr>
      <dsp:spPr>
        <a:xfrm>
          <a:off x="0" y="2043014"/>
          <a:ext cx="1125027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743" tIns="165100" rIns="88743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1. Standardize and clean data (duration, coordinates)</a:t>
          </a:r>
        </a:p>
      </dsp:txBody>
      <dsp:txXfrm>
        <a:off x="0" y="2268019"/>
        <a:ext cx="1125027" cy="1740595"/>
      </dsp:txXfrm>
    </dsp:sp>
    <dsp:sp modelId="{010D086D-B276-1D41-BEE1-6C9796B9524A}">
      <dsp:nvSpPr>
        <dsp:cNvPr id="0" name=""/>
        <dsp:cNvSpPr/>
      </dsp:nvSpPr>
      <dsp:spPr>
        <a:xfrm>
          <a:off x="1250031" y="1661323"/>
          <a:ext cx="1125027" cy="72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BAC1C4-A4B4-D243-AD3B-825C1A7E1F5C}">
      <dsp:nvSpPr>
        <dsp:cNvPr id="0" name=""/>
        <dsp:cNvSpPr/>
      </dsp:nvSpPr>
      <dsp:spPr>
        <a:xfrm>
          <a:off x="2405059" y="1619197"/>
          <a:ext cx="57501" cy="108417"/>
        </a:xfrm>
        <a:prstGeom prst="chevron">
          <a:avLst>
            <a:gd name="adj" fmla="val 90000"/>
          </a:avLst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7300A9-7E5F-8C41-AFEB-1F39FACF6C83}">
      <dsp:nvSpPr>
        <dsp:cNvPr id="0" name=""/>
        <dsp:cNvSpPr/>
      </dsp:nvSpPr>
      <dsp:spPr>
        <a:xfrm>
          <a:off x="1595020" y="1443835"/>
          <a:ext cx="435048" cy="435048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882" tIns="16882" rIns="16882" bIns="16882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2</a:t>
          </a:r>
        </a:p>
      </dsp:txBody>
      <dsp:txXfrm>
        <a:off x="1658731" y="1507546"/>
        <a:ext cx="307626" cy="307626"/>
      </dsp:txXfrm>
    </dsp:sp>
    <dsp:sp modelId="{776E666C-3F2A-D14D-AC22-1F2C041EFF1D}">
      <dsp:nvSpPr>
        <dsp:cNvPr id="0" name=""/>
        <dsp:cNvSpPr/>
      </dsp:nvSpPr>
      <dsp:spPr>
        <a:xfrm>
          <a:off x="1250031" y="2045320"/>
          <a:ext cx="1125027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743" tIns="165100" rIns="88743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2. Compute distance (NM) and implied speed (knots)</a:t>
          </a:r>
        </a:p>
      </dsp:txBody>
      <dsp:txXfrm>
        <a:off x="1250031" y="2270325"/>
        <a:ext cx="1125027" cy="1740595"/>
      </dsp:txXfrm>
    </dsp:sp>
    <dsp:sp modelId="{9D3E7DFC-DB9D-ED43-9DE0-7936BA4DF75C}">
      <dsp:nvSpPr>
        <dsp:cNvPr id="0" name=""/>
        <dsp:cNvSpPr/>
      </dsp:nvSpPr>
      <dsp:spPr>
        <a:xfrm>
          <a:off x="2500062" y="1661323"/>
          <a:ext cx="1125027" cy="72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E53A7D-FE36-5147-95DF-0766C95C878D}">
      <dsp:nvSpPr>
        <dsp:cNvPr id="0" name=""/>
        <dsp:cNvSpPr/>
      </dsp:nvSpPr>
      <dsp:spPr>
        <a:xfrm>
          <a:off x="3655090" y="1619197"/>
          <a:ext cx="57501" cy="108417"/>
        </a:xfrm>
        <a:prstGeom prst="chevron">
          <a:avLst>
            <a:gd name="adj" fmla="val 90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F95085-F599-844B-8B5F-9C5E065CD611}">
      <dsp:nvSpPr>
        <dsp:cNvPr id="0" name=""/>
        <dsp:cNvSpPr/>
      </dsp:nvSpPr>
      <dsp:spPr>
        <a:xfrm>
          <a:off x="2845051" y="1443835"/>
          <a:ext cx="435048" cy="435048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882" tIns="16882" rIns="16882" bIns="16882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3</a:t>
          </a:r>
        </a:p>
      </dsp:txBody>
      <dsp:txXfrm>
        <a:off x="2908762" y="1507546"/>
        <a:ext cx="307626" cy="307626"/>
      </dsp:txXfrm>
    </dsp:sp>
    <dsp:sp modelId="{4A7A256F-381D-6A43-BFAF-26280C3EAAAC}">
      <dsp:nvSpPr>
        <dsp:cNvPr id="0" name=""/>
        <dsp:cNvSpPr/>
      </dsp:nvSpPr>
      <dsp:spPr>
        <a:xfrm>
          <a:off x="2500062" y="2045320"/>
          <a:ext cx="1125027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743" tIns="165100" rIns="88743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3. Identify dense clusters (0.02° rounding)</a:t>
          </a:r>
        </a:p>
      </dsp:txBody>
      <dsp:txXfrm>
        <a:off x="2500062" y="2270325"/>
        <a:ext cx="1125027" cy="1740595"/>
      </dsp:txXfrm>
    </dsp:sp>
    <dsp:sp modelId="{A6227B95-E7BE-5847-BA90-C9C855AE44F3}">
      <dsp:nvSpPr>
        <dsp:cNvPr id="0" name=""/>
        <dsp:cNvSpPr/>
      </dsp:nvSpPr>
      <dsp:spPr>
        <a:xfrm>
          <a:off x="3750093" y="1661323"/>
          <a:ext cx="562513" cy="72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107CFB-68A6-8948-BE13-3D4F1FBDF51B}">
      <dsp:nvSpPr>
        <dsp:cNvPr id="0" name=""/>
        <dsp:cNvSpPr/>
      </dsp:nvSpPr>
      <dsp:spPr>
        <a:xfrm>
          <a:off x="4095082" y="1443835"/>
          <a:ext cx="435048" cy="435048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882" tIns="16882" rIns="16882" bIns="16882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4</a:t>
          </a:r>
        </a:p>
      </dsp:txBody>
      <dsp:txXfrm>
        <a:off x="4158793" y="1507546"/>
        <a:ext cx="307626" cy="307626"/>
      </dsp:txXfrm>
    </dsp:sp>
    <dsp:sp modelId="{AAE542DB-9DA7-DF41-A0D2-AB22AEFC067B}">
      <dsp:nvSpPr>
        <dsp:cNvPr id="0" name=""/>
        <dsp:cNvSpPr/>
      </dsp:nvSpPr>
      <dsp:spPr>
        <a:xfrm>
          <a:off x="3750093" y="2045320"/>
          <a:ext cx="1125027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743" tIns="165100" rIns="88743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4. Apply three detection rules + multi-flag validation</a:t>
          </a:r>
        </a:p>
      </dsp:txBody>
      <dsp:txXfrm>
        <a:off x="3750093" y="2270325"/>
        <a:ext cx="1125027" cy="174059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BDE57B-C584-4D7A-86ED-4324DF3183EF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C44442-1C64-4383-8EFE-EB59C806A275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399B20-D815-4183-9E5A-4973F916638A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• Short &amp; Clustered: Duration &lt; 0.15 hr and high cluster density</a:t>
          </a:r>
        </a:p>
      </dsp:txBody>
      <dsp:txXfrm>
        <a:off x="25435" y="2456402"/>
        <a:ext cx="1800000" cy="720000"/>
      </dsp:txXfrm>
    </dsp:sp>
    <dsp:sp modelId="{C838D8CB-6F0C-484C-9CB0-028B2D5C4132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032856-D1DE-4B62-88F0-04D960344D43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160A8C-5C91-4020-8778-62C327C29B5F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• Unrealistic Speed: Speed &gt; 35 knots</a:t>
          </a:r>
        </a:p>
      </dsp:txBody>
      <dsp:txXfrm>
        <a:off x="2140435" y="2456402"/>
        <a:ext cx="1800000" cy="720000"/>
      </dsp:txXfrm>
    </dsp:sp>
    <dsp:sp modelId="{9C62F545-688C-4D2B-A661-C9734459FD42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CCA638-7E69-4BF9-8CB0-51928AFBDB8A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026FB3-5F98-4894-89D0-F638AE78CDDA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• Excessive Movement: Distance &gt; 1 NM and duration &lt; 0.5 hr</a:t>
          </a:r>
        </a:p>
      </dsp:txBody>
      <dsp:txXfrm>
        <a:off x="4255435" y="2456402"/>
        <a:ext cx="1800000" cy="720000"/>
      </dsp:txXfrm>
    </dsp:sp>
    <dsp:sp modelId="{A4C5B604-CD76-4D27-A8CF-E8DC201353B4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685FB7-6228-4DB6-B0E3-68DF4FDBEAA5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9410E5-4A65-4F99-A3C3-9E7B54E9CD15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• Multi-flag rule: ≥2 conditions required to flag as jamming</a:t>
          </a:r>
        </a:p>
      </dsp:txBody>
      <dsp:txXfrm>
        <a:off x="6370435" y="2456402"/>
        <a:ext cx="1800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CB806B-EA33-4831-8842-42D92FE8C84A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A80E48-4200-4560-B254-C059D3032C7E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Most meetings last &lt;10 hours (short operational windows)</a:t>
          </a:r>
        </a:p>
      </dsp:txBody>
      <dsp:txXfrm>
        <a:off x="78583" y="2435142"/>
        <a:ext cx="2399612" cy="720000"/>
      </dsp:txXfrm>
    </dsp:sp>
    <dsp:sp modelId="{E8CC9C3B-652A-4B4A-87E7-7D049A2EEA64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1712B6-26B7-4C40-977A-67057BB10921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Most speeds &lt;30 knots; extreme outliers suggest GPS anomalies</a:t>
          </a:r>
        </a:p>
      </dsp:txBody>
      <dsp:txXfrm>
        <a:off x="2898129" y="2435142"/>
        <a:ext cx="2399612" cy="720000"/>
      </dsp:txXfrm>
    </dsp:sp>
    <dsp:sp modelId="{39A19C61-12B7-421A-95EB-87E7DB1A683B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9C8528-8533-4875-8B48-443AE2E5ADB1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Dense coordinate clusters suggest interference hotspots</a:t>
          </a:r>
        </a:p>
      </dsp:txBody>
      <dsp:txXfrm>
        <a:off x="5717674" y="2435142"/>
        <a:ext cx="2399612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76C1E8-4FC2-8F4D-B192-555A7DA39860}">
      <dsp:nvSpPr>
        <dsp:cNvPr id="0" name=""/>
        <dsp:cNvSpPr/>
      </dsp:nvSpPr>
      <dsp:spPr>
        <a:xfrm>
          <a:off x="0" y="758524"/>
          <a:ext cx="4726201" cy="10342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0.69% of meetings flagged as potential jamming (~490 events)</a:t>
          </a:r>
        </a:p>
      </dsp:txBody>
      <dsp:txXfrm>
        <a:off x="50489" y="809013"/>
        <a:ext cx="4625223" cy="933302"/>
      </dsp:txXfrm>
    </dsp:sp>
    <dsp:sp modelId="{6270C04C-2EE7-AD4A-AC40-72706B667D34}">
      <dsp:nvSpPr>
        <dsp:cNvPr id="0" name=""/>
        <dsp:cNvSpPr/>
      </dsp:nvSpPr>
      <dsp:spPr>
        <a:xfrm>
          <a:off x="0" y="1867684"/>
          <a:ext cx="4726201" cy="1034280"/>
        </a:xfrm>
        <a:prstGeom prst="roundRect">
          <a:avLst/>
        </a:prstGeom>
        <a:solidFill>
          <a:schemeClr val="accent2">
            <a:hueOff val="1560507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Main trigger: Unrealistic Speed</a:t>
          </a:r>
        </a:p>
      </dsp:txBody>
      <dsp:txXfrm>
        <a:off x="50489" y="1918173"/>
        <a:ext cx="4625223" cy="933302"/>
      </dsp:txXfrm>
    </dsp:sp>
    <dsp:sp modelId="{4C3DE6C3-4D76-B042-BB15-AE7A4003E651}">
      <dsp:nvSpPr>
        <dsp:cNvPr id="0" name=""/>
        <dsp:cNvSpPr/>
      </dsp:nvSpPr>
      <dsp:spPr>
        <a:xfrm>
          <a:off x="0" y="2976844"/>
          <a:ext cx="4726201" cy="103428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Conservative rules → Low false positives</a:t>
          </a:r>
        </a:p>
      </dsp:txBody>
      <dsp:txXfrm>
        <a:off x="50489" y="3027333"/>
        <a:ext cx="4625223" cy="933302"/>
      </dsp:txXfrm>
    </dsp:sp>
    <dsp:sp modelId="{5F3D7817-D35F-6844-B73C-2C112650370C}">
      <dsp:nvSpPr>
        <dsp:cNvPr id="0" name=""/>
        <dsp:cNvSpPr/>
      </dsp:nvSpPr>
      <dsp:spPr>
        <a:xfrm>
          <a:off x="0" y="4086004"/>
          <a:ext cx="4726201" cy="1034280"/>
        </a:xfrm>
        <a:prstGeom prst="round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Confirmed hotspot concentration in Red Sea</a:t>
          </a:r>
        </a:p>
      </dsp:txBody>
      <dsp:txXfrm>
        <a:off x="50489" y="4136493"/>
        <a:ext cx="4625223" cy="93330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B0C987-E02E-4C74-8D1C-95CB907065A6}">
      <dsp:nvSpPr>
        <dsp:cNvPr id="0" name=""/>
        <dsp:cNvSpPr/>
      </dsp:nvSpPr>
      <dsp:spPr>
        <a:xfrm>
          <a:off x="25368" y="795493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C9BA0B-434F-451A-9555-95F63635B1C5}">
      <dsp:nvSpPr>
        <dsp:cNvPr id="0" name=""/>
        <dsp:cNvSpPr/>
      </dsp:nvSpPr>
      <dsp:spPr>
        <a:xfrm>
          <a:off x="252752" y="1022877"/>
          <a:ext cx="628012" cy="6280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9D2833-72EC-49B8-944B-D1F53714F97E}">
      <dsp:nvSpPr>
        <dsp:cNvPr id="0" name=""/>
        <dsp:cNvSpPr/>
      </dsp:nvSpPr>
      <dsp:spPr>
        <a:xfrm>
          <a:off x="1340173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Duration threshold: 0.05–0.5 hr</a:t>
          </a:r>
        </a:p>
      </dsp:txBody>
      <dsp:txXfrm>
        <a:off x="1340173" y="795493"/>
        <a:ext cx="2552269" cy="1082781"/>
      </dsp:txXfrm>
    </dsp:sp>
    <dsp:sp modelId="{F949593C-1229-4989-B227-13328E9E5717}">
      <dsp:nvSpPr>
        <dsp:cNvPr id="0" name=""/>
        <dsp:cNvSpPr/>
      </dsp:nvSpPr>
      <dsp:spPr>
        <a:xfrm>
          <a:off x="4337156" y="795493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E26803-6125-4DBF-8945-76B146FA97DE}">
      <dsp:nvSpPr>
        <dsp:cNvPr id="0" name=""/>
        <dsp:cNvSpPr/>
      </dsp:nvSpPr>
      <dsp:spPr>
        <a:xfrm>
          <a:off x="4564540" y="1022877"/>
          <a:ext cx="628012" cy="6280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DBF215-D392-4910-901A-94099269B7E7}">
      <dsp:nvSpPr>
        <dsp:cNvPr id="0" name=""/>
        <dsp:cNvSpPr/>
      </dsp:nvSpPr>
      <dsp:spPr>
        <a:xfrm>
          <a:off x="5651962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Movement threshold: 0.5–2 NM</a:t>
          </a:r>
        </a:p>
      </dsp:txBody>
      <dsp:txXfrm>
        <a:off x="5651962" y="795493"/>
        <a:ext cx="2552269" cy="1082781"/>
      </dsp:txXfrm>
    </dsp:sp>
    <dsp:sp modelId="{61DDD924-DFE6-42C0-884C-EAC16D60DFC4}">
      <dsp:nvSpPr>
        <dsp:cNvPr id="0" name=""/>
        <dsp:cNvSpPr/>
      </dsp:nvSpPr>
      <dsp:spPr>
        <a:xfrm>
          <a:off x="25368" y="2647688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C9C447-C706-42A3-8AED-254881FF589F}">
      <dsp:nvSpPr>
        <dsp:cNvPr id="0" name=""/>
        <dsp:cNvSpPr/>
      </dsp:nvSpPr>
      <dsp:spPr>
        <a:xfrm>
          <a:off x="252752" y="2875072"/>
          <a:ext cx="628012" cy="6280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470F03-A779-4FFB-AE23-16434DD50C04}">
      <dsp:nvSpPr>
        <dsp:cNvPr id="0" name=""/>
        <dsp:cNvSpPr/>
      </dsp:nvSpPr>
      <dsp:spPr>
        <a:xfrm>
          <a:off x="1340173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Percentage flagged remains stable across settings</a:t>
          </a:r>
        </a:p>
      </dsp:txBody>
      <dsp:txXfrm>
        <a:off x="1340173" y="2647688"/>
        <a:ext cx="2552269" cy="1082781"/>
      </dsp:txXfrm>
    </dsp:sp>
    <dsp:sp modelId="{5C4D1EB1-B375-45D4-B606-65DC3A20EF9F}">
      <dsp:nvSpPr>
        <dsp:cNvPr id="0" name=""/>
        <dsp:cNvSpPr/>
      </dsp:nvSpPr>
      <dsp:spPr>
        <a:xfrm>
          <a:off x="4337156" y="2647688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D5D284-203D-4531-9241-B93C83A85800}">
      <dsp:nvSpPr>
        <dsp:cNvPr id="0" name=""/>
        <dsp:cNvSpPr/>
      </dsp:nvSpPr>
      <dsp:spPr>
        <a:xfrm>
          <a:off x="4564540" y="2875072"/>
          <a:ext cx="628012" cy="62801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E6FD3A-A004-43B2-B15F-07C8091A5E8F}">
      <dsp:nvSpPr>
        <dsp:cNvPr id="0" name=""/>
        <dsp:cNvSpPr/>
      </dsp:nvSpPr>
      <dsp:spPr>
        <a:xfrm>
          <a:off x="5651962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→ Framework robust and interpretable</a:t>
          </a:r>
        </a:p>
      </dsp:txBody>
      <dsp:txXfrm>
        <a:off x="5651962" y="2647688"/>
        <a:ext cx="2552269" cy="108278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22BB1D-2B3C-465A-94A9-F1C6E01C17E2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6F89A6-33AA-47B0-A2B2-48AF8C96FBA8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F335D6-993E-4A6A-B792-8436D32160CE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• Integrate model into live AIS monitoring</a:t>
          </a:r>
        </a:p>
      </dsp:txBody>
      <dsp:txXfrm>
        <a:off x="25435" y="2456402"/>
        <a:ext cx="1800000" cy="720000"/>
      </dsp:txXfrm>
    </dsp:sp>
    <dsp:sp modelId="{9F8FE5D4-00F7-46A7-812A-1AB45041D60B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9E60F2-0B85-42D0-B064-BFD091015F29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771E64-D0B3-4D7F-AC91-6602CC65AE4B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• Overlay results with sanction/STS data</a:t>
          </a:r>
        </a:p>
      </dsp:txBody>
      <dsp:txXfrm>
        <a:off x="2140435" y="2456402"/>
        <a:ext cx="1800000" cy="720000"/>
      </dsp:txXfrm>
    </dsp:sp>
    <dsp:sp modelId="{903D5961-A920-4F2B-8601-0DBC263691C7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FAA3DF-1EBD-4A57-B396-85361BA6D17D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4233F9-317A-4CBD-B66E-609A87486E0D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• Add ML-based anomaly scoring (future phase)</a:t>
          </a:r>
        </a:p>
      </dsp:txBody>
      <dsp:txXfrm>
        <a:off x="4255435" y="2456402"/>
        <a:ext cx="1800000" cy="720000"/>
      </dsp:txXfrm>
    </dsp:sp>
    <dsp:sp modelId="{317037FD-BF7F-48B2-A6DE-3EC1EC9519CC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D5C2BB-9C55-472A-90B4-7512D35C9AE0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F24566-7915-4B92-8CA3-ED2DFB1D5139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• Automate alerts for high-risk hotspots</a:t>
          </a:r>
        </a:p>
      </dsp:txBody>
      <dsp:txXfrm>
        <a:off x="6370435" y="2456402"/>
        <a:ext cx="1800000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518616-ACBF-4ED8-8A15-3F0C06397629}">
      <dsp:nvSpPr>
        <dsp:cNvPr id="0" name=""/>
        <dsp:cNvSpPr/>
      </dsp:nvSpPr>
      <dsp:spPr>
        <a:xfrm>
          <a:off x="0" y="665"/>
          <a:ext cx="5000124" cy="1557882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65D30EC-FF59-497A-9AE6-B1C4781BE38C}">
      <dsp:nvSpPr>
        <dsp:cNvPr id="0" name=""/>
        <dsp:cNvSpPr/>
      </dsp:nvSpPr>
      <dsp:spPr>
        <a:xfrm>
          <a:off x="471259" y="351189"/>
          <a:ext cx="856835" cy="8568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A274F0B-6F61-4C2E-8177-9C448CBF444B}">
      <dsp:nvSpPr>
        <dsp:cNvPr id="0" name=""/>
        <dsp:cNvSpPr/>
      </dsp:nvSpPr>
      <dsp:spPr>
        <a:xfrm>
          <a:off x="1799354" y="665"/>
          <a:ext cx="3200769" cy="15578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876" tIns="164876" rIns="164876" bIns="164876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Delivered a stakeholder-ready, explainable GPS jamming detection framework.</a:t>
          </a:r>
        </a:p>
      </dsp:txBody>
      <dsp:txXfrm>
        <a:off x="1799354" y="665"/>
        <a:ext cx="3200769" cy="1557882"/>
      </dsp:txXfrm>
    </dsp:sp>
    <dsp:sp modelId="{C0BCB083-2F16-4D6C-8CC9-D174692B4AD9}">
      <dsp:nvSpPr>
        <dsp:cNvPr id="0" name=""/>
        <dsp:cNvSpPr/>
      </dsp:nvSpPr>
      <dsp:spPr>
        <a:xfrm>
          <a:off x="0" y="1948018"/>
          <a:ext cx="5000124" cy="1557882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D4D654D-8B3F-4D6D-AC5F-8B7089B0966E}">
      <dsp:nvSpPr>
        <dsp:cNvPr id="0" name=""/>
        <dsp:cNvSpPr/>
      </dsp:nvSpPr>
      <dsp:spPr>
        <a:xfrm>
          <a:off x="471259" y="2298542"/>
          <a:ext cx="856835" cy="8568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53207E2-5793-4144-BEA0-30585AEE6C0F}">
      <dsp:nvSpPr>
        <dsp:cNvPr id="0" name=""/>
        <dsp:cNvSpPr/>
      </dsp:nvSpPr>
      <dsp:spPr>
        <a:xfrm>
          <a:off x="1799354" y="1948018"/>
          <a:ext cx="3200769" cy="15578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876" tIns="164876" rIns="164876" bIns="164876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Outcome:</a:t>
          </a:r>
        </a:p>
      </dsp:txBody>
      <dsp:txXfrm>
        <a:off x="1799354" y="1948018"/>
        <a:ext cx="3200769" cy="1557882"/>
      </dsp:txXfrm>
    </dsp:sp>
    <dsp:sp modelId="{C6640556-C595-48E8-B943-0A0FAE746D3B}">
      <dsp:nvSpPr>
        <dsp:cNvPr id="0" name=""/>
        <dsp:cNvSpPr/>
      </dsp:nvSpPr>
      <dsp:spPr>
        <a:xfrm>
          <a:off x="0" y="3895371"/>
          <a:ext cx="5000124" cy="1557882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E58C47D-D631-4C60-AA17-7C48DA6557D0}">
      <dsp:nvSpPr>
        <dsp:cNvPr id="0" name=""/>
        <dsp:cNvSpPr/>
      </dsp:nvSpPr>
      <dsp:spPr>
        <a:xfrm>
          <a:off x="471259" y="4245895"/>
          <a:ext cx="856835" cy="8568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2909CC0-0E1B-408A-B119-A485D317BA6A}">
      <dsp:nvSpPr>
        <dsp:cNvPr id="0" name=""/>
        <dsp:cNvSpPr/>
      </dsp:nvSpPr>
      <dsp:spPr>
        <a:xfrm>
          <a:off x="1799354" y="3895371"/>
          <a:ext cx="3200769" cy="15578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876" tIns="164876" rIns="164876" bIns="164876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Transparent, conservative, and operationally deployable solution for maritime anomaly detection.</a:t>
          </a:r>
        </a:p>
      </dsp:txBody>
      <dsp:txXfrm>
        <a:off x="1799354" y="3895371"/>
        <a:ext cx="3200769" cy="15578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9144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41640" y="-1720"/>
            <a:ext cx="881253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4540" y="-1291"/>
            <a:ext cx="2706134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3923854" y="1402819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0148" y="818984"/>
            <a:ext cx="4947184" cy="3268520"/>
          </a:xfrm>
        </p:spPr>
        <p:txBody>
          <a:bodyPr>
            <a:normAutofit/>
          </a:bodyPr>
          <a:lstStyle/>
          <a:p>
            <a:pPr algn="r"/>
            <a:r>
              <a:rPr lang="en-US" sz="4200">
                <a:solidFill>
                  <a:srgbClr val="FFFFFF"/>
                </a:solidFill>
              </a:rPr>
              <a:t>Final Red Sea GPS Jamming Detection — Part A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735" y="4480038"/>
            <a:ext cx="9134528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8905" y="4797188"/>
            <a:ext cx="4538427" cy="1241828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2700">
                <a:solidFill>
                  <a:srgbClr val="FFFFFF"/>
                </a:solidFill>
              </a:rPr>
              <a:t>Author: Ashim Sharma | Senior Data Analyst | Nov 2025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368117" y="2081692"/>
            <a:ext cx="6857572" cy="269419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US" sz="3500"/>
              <a:t>Objective &amp; Context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B524540-E964-99B2-C52F-A71E363D06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9917963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EA063FA-94A1-E4A4-AB24-7096591DA5B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000">
                <a:solidFill>
                  <a:srgbClr val="FFFFFF"/>
                </a:solidFill>
              </a:rPr>
              <a:t>Methodology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8481BD4-721F-26C6-209A-6B4BD96FB2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8542277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Rule-Based Detection Logic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6642B87-3E1E-98AF-D518-84E2732E9F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261610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Exploratory Data Analysis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D8C47A5-5DD6-F18A-ECAA-F619BF1C46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7630771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Results &amp; Insights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7E3818B-BC97-BCC1-9CD5-0B499416D8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7080203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Sensitivity Analysis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0D001A0-710F-D9BF-A8A9-EA3EC88A243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Recommendations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73BBFB6-CA5D-B35D-329E-420967CF91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411081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Conclusion</a:t>
            </a:r>
          </a:p>
        </p:txBody>
      </p:sp>
      <p:graphicFrame>
        <p:nvGraphicFramePr>
          <p:cNvPr id="42" name="Content Placeholder 2">
            <a:extLst>
              <a:ext uri="{FF2B5EF4-FFF2-40B4-BE49-F238E27FC236}">
                <a16:creationId xmlns:a16="http://schemas.microsoft.com/office/drawing/2014/main" id="{F92625B9-473F-C814-A794-997ED8B7FF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7722837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1438</TotalTime>
  <Words>349</Words>
  <Application>Microsoft Macintosh PowerPoint</Application>
  <PresentationFormat>On-screen Show (4:3)</PresentationFormat>
  <Paragraphs>50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Final Red Sea GPS Jamming Detection — Part A</vt:lpstr>
      <vt:lpstr>Objective &amp; Context</vt:lpstr>
      <vt:lpstr>Dataset Overview</vt:lpstr>
      <vt:lpstr>Methodology</vt:lpstr>
      <vt:lpstr>Rule-Based Detection Logic</vt:lpstr>
      <vt:lpstr>Exploratory Data Analysis</vt:lpstr>
      <vt:lpstr>Results &amp; Insights</vt:lpstr>
      <vt:lpstr>Sensitivity Analysis</vt:lpstr>
      <vt:lpstr>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Sharma, Ashim</cp:lastModifiedBy>
  <cp:revision>2</cp:revision>
  <dcterms:created xsi:type="dcterms:W3CDTF">2013-01-27T09:14:16Z</dcterms:created>
  <dcterms:modified xsi:type="dcterms:W3CDTF">2025-11-08T20:21:45Z</dcterms:modified>
  <cp:category/>
</cp:coreProperties>
</file>